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4897100" cy="8578850"/>
  <p:notesSz cx="14897100" cy="8578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7758" y="2659443"/>
            <a:ext cx="12667933" cy="18015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0C0C0C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35517" y="4804156"/>
            <a:ext cx="10432415" cy="2144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0C0C0C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0C0C0C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45172" y="1973135"/>
            <a:ext cx="6483001" cy="56620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675276" y="1973135"/>
            <a:ext cx="6483001" cy="56620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0C0C0C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Relationship Id="rId9" Type="http://schemas.openxmlformats.org/officeDocument/2006/relationships/image" Target="../media/image3.jpg"/><Relationship Id="rId10" Type="http://schemas.openxmlformats.org/officeDocument/2006/relationships/image" Target="../media/image4.jpg"/><Relationship Id="rId11" Type="http://schemas.openxmlformats.org/officeDocument/2006/relationships/image" Target="../media/image5.jpg"/><Relationship Id="rId12" Type="http://schemas.openxmlformats.org/officeDocument/2006/relationships/image" Target="../media/image6.jpg"/><Relationship Id="rId13" Type="http://schemas.openxmlformats.org/officeDocument/2006/relationships/image" Target="../media/image7.jpg"/><Relationship Id="rId14" Type="http://schemas.openxmlformats.org/officeDocument/2006/relationships/image" Target="../media/image8.jpg"/><Relationship Id="rId15" Type="http://schemas.openxmlformats.org/officeDocument/2006/relationships/image" Target="../media/image9.jpg"/><Relationship Id="rId16" Type="http://schemas.openxmlformats.org/officeDocument/2006/relationships/image" Target="../media/image10.jpg"/><Relationship Id="rId17" Type="http://schemas.openxmlformats.org/officeDocument/2006/relationships/image" Target="../media/image11.jpg"/><Relationship Id="rId18" Type="http://schemas.openxmlformats.org/officeDocument/2006/relationships/image" Target="../media/image12.jpg"/><Relationship Id="rId19" Type="http://schemas.openxmlformats.org/officeDocument/2006/relationships/image" Target="../media/image13.jpg"/><Relationship Id="rId20" Type="http://schemas.openxmlformats.org/officeDocument/2006/relationships/image" Target="../media/image14.jpg"/><Relationship Id="rId21" Type="http://schemas.openxmlformats.org/officeDocument/2006/relationships/image" Target="../media/image15.jpg"/><Relationship Id="rId22" Type="http://schemas.openxmlformats.org/officeDocument/2006/relationships/image" Target="../media/image16.jpg"/><Relationship Id="rId23" Type="http://schemas.openxmlformats.org/officeDocument/2006/relationships/image" Target="../media/image17.jpg"/><Relationship Id="rId24" Type="http://schemas.openxmlformats.org/officeDocument/2006/relationships/image" Target="../media/image18.jpg"/><Relationship Id="rId25" Type="http://schemas.openxmlformats.org/officeDocument/2006/relationships/image" Target="../media/image19.jpg"/><Relationship Id="rId26" Type="http://schemas.openxmlformats.org/officeDocument/2006/relationships/image" Target="../media/image20.jpg"/><Relationship Id="rId27" Type="http://schemas.openxmlformats.org/officeDocument/2006/relationships/image" Target="../media/image21.jpg"/><Relationship Id="rId28" Type="http://schemas.openxmlformats.org/officeDocument/2006/relationships/image" Target="../media/image22.jpg"/><Relationship Id="rId29" Type="http://schemas.openxmlformats.org/officeDocument/2006/relationships/image" Target="../media/image23.jpg"/><Relationship Id="rId30" Type="http://schemas.openxmlformats.org/officeDocument/2006/relationships/image" Target="../media/image24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56193" y="325502"/>
            <a:ext cx="2425868" cy="252611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84317" y="114992"/>
            <a:ext cx="1547207" cy="1186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30415" y="95856"/>
            <a:ext cx="1031471" cy="91858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34874" y="1952165"/>
            <a:ext cx="1680917" cy="61239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37092" y="3291771"/>
            <a:ext cx="2330362" cy="179889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87684" y="2966438"/>
            <a:ext cx="496634" cy="478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969164" y="2870752"/>
            <a:ext cx="830907" cy="53584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287155" y="1952165"/>
            <a:ext cx="945515" cy="784625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328178" y="1358911"/>
            <a:ext cx="2120247" cy="1109958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861924" y="1684245"/>
            <a:ext cx="649445" cy="440156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049481" y="3751064"/>
            <a:ext cx="802255" cy="497567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232671" y="2889889"/>
            <a:ext cx="420229" cy="47843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354011" y="3597966"/>
            <a:ext cx="477533" cy="38274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385481" y="3674515"/>
            <a:ext cx="1012370" cy="459293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01127" y="4937572"/>
            <a:ext cx="821357" cy="153097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119155" y="4593102"/>
            <a:ext cx="553938" cy="421018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079860" y="4286906"/>
            <a:ext cx="706749" cy="574116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665271" y="3789338"/>
            <a:ext cx="811806" cy="842037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559578" y="5549962"/>
            <a:ext cx="3533745" cy="612390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025377" y="6946980"/>
            <a:ext cx="1308440" cy="325332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0639438" y="6736470"/>
            <a:ext cx="611242" cy="650665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1594505" y="6994822"/>
            <a:ext cx="1337092" cy="315764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9397852" y="7655056"/>
            <a:ext cx="401127" cy="535842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2091139" y="7674194"/>
            <a:ext cx="401127" cy="535842"/>
          </a:xfrm>
          <a:prstGeom prst="rect">
            <a:avLst/>
          </a:prstGeom>
        </p:spPr>
      </p:pic>
      <p:sp>
        <p:nvSpPr>
          <p:cNvPr id="40" name="bg object 40"/>
          <p:cNvSpPr/>
          <p:nvPr/>
        </p:nvSpPr>
        <p:spPr>
          <a:xfrm>
            <a:off x="1384845" y="2851613"/>
            <a:ext cx="0" cy="631825"/>
          </a:xfrm>
          <a:custGeom>
            <a:avLst/>
            <a:gdLst/>
            <a:ahLst/>
            <a:cxnLst/>
            <a:rect l="l" t="t" r="r" b="b"/>
            <a:pathLst>
              <a:path w="0" h="631825">
                <a:moveTo>
                  <a:pt x="0" y="631527"/>
                </a:moveTo>
                <a:lnTo>
                  <a:pt x="0" y="0"/>
                </a:lnTo>
              </a:path>
            </a:pathLst>
          </a:custGeom>
          <a:ln w="955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2645532" y="7253172"/>
            <a:ext cx="0" cy="890269"/>
          </a:xfrm>
          <a:custGeom>
            <a:avLst/>
            <a:gdLst/>
            <a:ahLst/>
            <a:cxnLst/>
            <a:rect l="l" t="t" r="r" b="b"/>
            <a:pathLst>
              <a:path w="0" h="890270">
                <a:moveTo>
                  <a:pt x="0" y="889880"/>
                </a:moveTo>
                <a:lnTo>
                  <a:pt x="0" y="0"/>
                </a:lnTo>
              </a:path>
            </a:pathLst>
          </a:custGeom>
          <a:ln w="573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3151717" y="2851613"/>
            <a:ext cx="0" cy="440690"/>
          </a:xfrm>
          <a:custGeom>
            <a:avLst/>
            <a:gdLst/>
            <a:ahLst/>
            <a:cxnLst/>
            <a:rect l="l" t="t" r="r" b="b"/>
            <a:pathLst>
              <a:path w="0" h="440689">
                <a:moveTo>
                  <a:pt x="0" y="440155"/>
                </a:moveTo>
                <a:lnTo>
                  <a:pt x="0" y="0"/>
                </a:lnTo>
              </a:path>
            </a:pathLst>
          </a:custGeom>
          <a:ln w="286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4250044" y="4248630"/>
            <a:ext cx="0" cy="1301750"/>
          </a:xfrm>
          <a:custGeom>
            <a:avLst/>
            <a:gdLst/>
            <a:ahLst/>
            <a:cxnLst/>
            <a:rect l="l" t="t" r="r" b="b"/>
            <a:pathLst>
              <a:path w="0" h="1301750">
                <a:moveTo>
                  <a:pt x="0" y="1301330"/>
                </a:moveTo>
                <a:lnTo>
                  <a:pt x="0" y="0"/>
                </a:lnTo>
              </a:path>
            </a:pathLst>
          </a:custGeom>
          <a:ln w="191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4402854" y="4248630"/>
            <a:ext cx="0" cy="756285"/>
          </a:xfrm>
          <a:custGeom>
            <a:avLst/>
            <a:gdLst/>
            <a:ahLst/>
            <a:cxnLst/>
            <a:rect l="l" t="t" r="r" b="b"/>
            <a:pathLst>
              <a:path w="0" h="756285">
                <a:moveTo>
                  <a:pt x="0" y="755919"/>
                </a:moveTo>
                <a:lnTo>
                  <a:pt x="0" y="0"/>
                </a:lnTo>
              </a:path>
            </a:pathLst>
          </a:custGeom>
          <a:ln w="191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4402854" y="5119373"/>
            <a:ext cx="0" cy="431165"/>
          </a:xfrm>
          <a:custGeom>
            <a:avLst/>
            <a:gdLst/>
            <a:ahLst/>
            <a:cxnLst/>
            <a:rect l="l" t="t" r="r" b="b"/>
            <a:pathLst>
              <a:path w="0" h="431164">
                <a:moveTo>
                  <a:pt x="0" y="430587"/>
                </a:moveTo>
                <a:lnTo>
                  <a:pt x="0" y="0"/>
                </a:lnTo>
              </a:path>
            </a:pathLst>
          </a:custGeom>
          <a:ln w="191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5300616" y="3272632"/>
            <a:ext cx="0" cy="526415"/>
          </a:xfrm>
          <a:custGeom>
            <a:avLst/>
            <a:gdLst/>
            <a:ahLst/>
            <a:cxnLst/>
            <a:rect l="l" t="t" r="r" b="b"/>
            <a:pathLst>
              <a:path w="0" h="526414">
                <a:moveTo>
                  <a:pt x="0" y="526273"/>
                </a:moveTo>
                <a:lnTo>
                  <a:pt x="0" y="0"/>
                </a:lnTo>
              </a:path>
            </a:pathLst>
          </a:custGeom>
          <a:ln w="286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g object 47"/>
          <p:cNvSpPr/>
          <p:nvPr/>
        </p:nvSpPr>
        <p:spPr>
          <a:xfrm>
            <a:off x="5615788" y="2449732"/>
            <a:ext cx="0" cy="861694"/>
          </a:xfrm>
          <a:custGeom>
            <a:avLst/>
            <a:gdLst/>
            <a:ahLst/>
            <a:cxnLst/>
            <a:rect l="l" t="t" r="r" b="b"/>
            <a:pathLst>
              <a:path w="0" h="861695">
                <a:moveTo>
                  <a:pt x="0" y="861174"/>
                </a:moveTo>
                <a:lnTo>
                  <a:pt x="0" y="0"/>
                </a:lnTo>
              </a:path>
            </a:pathLst>
          </a:custGeom>
          <a:ln w="286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7315806" y="2736790"/>
            <a:ext cx="0" cy="861694"/>
          </a:xfrm>
          <a:custGeom>
            <a:avLst/>
            <a:gdLst/>
            <a:ahLst/>
            <a:cxnLst/>
            <a:rect l="l" t="t" r="r" b="b"/>
            <a:pathLst>
              <a:path w="0" h="861695">
                <a:moveTo>
                  <a:pt x="0" y="861174"/>
                </a:moveTo>
                <a:lnTo>
                  <a:pt x="0" y="0"/>
                </a:lnTo>
              </a:path>
            </a:pathLst>
          </a:custGeom>
          <a:ln w="286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g object 49"/>
          <p:cNvSpPr/>
          <p:nvPr/>
        </p:nvSpPr>
        <p:spPr>
          <a:xfrm>
            <a:off x="9512458" y="3234357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459293"/>
                </a:moveTo>
                <a:lnTo>
                  <a:pt x="0" y="0"/>
                </a:lnTo>
              </a:path>
            </a:pathLst>
          </a:custGeom>
          <a:ln w="286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g object 50"/>
          <p:cNvSpPr/>
          <p:nvPr/>
        </p:nvSpPr>
        <p:spPr>
          <a:xfrm>
            <a:off x="9837180" y="2468869"/>
            <a:ext cx="0" cy="631825"/>
          </a:xfrm>
          <a:custGeom>
            <a:avLst/>
            <a:gdLst/>
            <a:ahLst/>
            <a:cxnLst/>
            <a:rect l="l" t="t" r="r" b="b"/>
            <a:pathLst>
              <a:path w="0" h="631825">
                <a:moveTo>
                  <a:pt x="0" y="631527"/>
                </a:moveTo>
                <a:lnTo>
                  <a:pt x="0" y="0"/>
                </a:lnTo>
              </a:path>
            </a:pathLst>
          </a:custGeom>
          <a:ln w="286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g object 51"/>
          <p:cNvSpPr/>
          <p:nvPr/>
        </p:nvSpPr>
        <p:spPr>
          <a:xfrm>
            <a:off x="10429321" y="2468869"/>
            <a:ext cx="0" cy="650875"/>
          </a:xfrm>
          <a:custGeom>
            <a:avLst/>
            <a:gdLst/>
            <a:ahLst/>
            <a:cxnLst/>
            <a:rect l="l" t="t" r="r" b="b"/>
            <a:pathLst>
              <a:path w="0" h="650875">
                <a:moveTo>
                  <a:pt x="0" y="650665"/>
                </a:moveTo>
                <a:lnTo>
                  <a:pt x="0" y="0"/>
                </a:lnTo>
              </a:path>
            </a:pathLst>
          </a:custGeom>
          <a:ln w="105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g object 52"/>
          <p:cNvSpPr/>
          <p:nvPr/>
        </p:nvSpPr>
        <p:spPr>
          <a:xfrm>
            <a:off x="10448422" y="3224789"/>
            <a:ext cx="0" cy="565150"/>
          </a:xfrm>
          <a:custGeom>
            <a:avLst/>
            <a:gdLst/>
            <a:ahLst/>
            <a:cxnLst/>
            <a:rect l="l" t="t" r="r" b="b"/>
            <a:pathLst>
              <a:path w="0" h="565150">
                <a:moveTo>
                  <a:pt x="0" y="564547"/>
                </a:moveTo>
                <a:lnTo>
                  <a:pt x="0" y="0"/>
                </a:lnTo>
              </a:path>
            </a:pathLst>
          </a:custGeom>
          <a:ln w="1050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g object 53"/>
          <p:cNvSpPr/>
          <p:nvPr/>
        </p:nvSpPr>
        <p:spPr>
          <a:xfrm>
            <a:off x="6131524" y="114992"/>
            <a:ext cx="1299210" cy="0"/>
          </a:xfrm>
          <a:custGeom>
            <a:avLst/>
            <a:gdLst/>
            <a:ahLst/>
            <a:cxnLst/>
            <a:rect l="l" t="t" r="r" b="b"/>
            <a:pathLst>
              <a:path w="1299209" h="0">
                <a:moveTo>
                  <a:pt x="0" y="0"/>
                </a:moveTo>
                <a:lnTo>
                  <a:pt x="1298889" y="0"/>
                </a:lnTo>
              </a:path>
            </a:pathLst>
          </a:custGeom>
          <a:ln w="105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g object 54"/>
          <p:cNvSpPr/>
          <p:nvPr/>
        </p:nvSpPr>
        <p:spPr>
          <a:xfrm>
            <a:off x="3476440" y="335070"/>
            <a:ext cx="1108075" cy="0"/>
          </a:xfrm>
          <a:custGeom>
            <a:avLst/>
            <a:gdLst/>
            <a:ahLst/>
            <a:cxnLst/>
            <a:rect l="l" t="t" r="r" b="b"/>
            <a:pathLst>
              <a:path w="1108075" h="0">
                <a:moveTo>
                  <a:pt x="0" y="0"/>
                </a:moveTo>
                <a:lnTo>
                  <a:pt x="1107876" y="0"/>
                </a:lnTo>
              </a:path>
            </a:pathLst>
          </a:custGeom>
          <a:ln w="105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g object 55"/>
          <p:cNvSpPr/>
          <p:nvPr/>
        </p:nvSpPr>
        <p:spPr>
          <a:xfrm>
            <a:off x="8843911" y="1358911"/>
            <a:ext cx="630555" cy="0"/>
          </a:xfrm>
          <a:custGeom>
            <a:avLst/>
            <a:gdLst/>
            <a:ahLst/>
            <a:cxnLst/>
            <a:rect l="l" t="t" r="r" b="b"/>
            <a:pathLst>
              <a:path w="630554" h="0">
                <a:moveTo>
                  <a:pt x="0" y="0"/>
                </a:moveTo>
                <a:lnTo>
                  <a:pt x="630343" y="0"/>
                </a:lnTo>
              </a:path>
            </a:pathLst>
          </a:custGeom>
          <a:ln w="28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g object 56"/>
          <p:cNvSpPr/>
          <p:nvPr/>
        </p:nvSpPr>
        <p:spPr>
          <a:xfrm>
            <a:off x="10534378" y="3100397"/>
            <a:ext cx="458470" cy="0"/>
          </a:xfrm>
          <a:custGeom>
            <a:avLst/>
            <a:gdLst/>
            <a:ahLst/>
            <a:cxnLst/>
            <a:rect l="l" t="t" r="r" b="b"/>
            <a:pathLst>
              <a:path w="458470" h="0">
                <a:moveTo>
                  <a:pt x="0" y="0"/>
                </a:moveTo>
                <a:lnTo>
                  <a:pt x="458431" y="0"/>
                </a:lnTo>
              </a:path>
            </a:pathLst>
          </a:custGeom>
          <a:ln w="19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g object 57"/>
          <p:cNvSpPr/>
          <p:nvPr/>
        </p:nvSpPr>
        <p:spPr>
          <a:xfrm>
            <a:off x="8920316" y="3100397"/>
            <a:ext cx="1499870" cy="0"/>
          </a:xfrm>
          <a:custGeom>
            <a:avLst/>
            <a:gdLst/>
            <a:ahLst/>
            <a:cxnLst/>
            <a:rect l="l" t="t" r="r" b="b"/>
            <a:pathLst>
              <a:path w="1499870" h="0">
                <a:moveTo>
                  <a:pt x="0" y="0"/>
                </a:moveTo>
                <a:lnTo>
                  <a:pt x="1499453" y="0"/>
                </a:lnTo>
              </a:path>
            </a:pathLst>
          </a:custGeom>
          <a:ln w="19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g object 58"/>
          <p:cNvSpPr/>
          <p:nvPr/>
        </p:nvSpPr>
        <p:spPr>
          <a:xfrm>
            <a:off x="12702378" y="3234357"/>
            <a:ext cx="965200" cy="0"/>
          </a:xfrm>
          <a:custGeom>
            <a:avLst/>
            <a:gdLst/>
            <a:ahLst/>
            <a:cxnLst/>
            <a:rect l="l" t="t" r="r" b="b"/>
            <a:pathLst>
              <a:path w="965200" h="0">
                <a:moveTo>
                  <a:pt x="0" y="0"/>
                </a:moveTo>
                <a:lnTo>
                  <a:pt x="964616" y="0"/>
                </a:lnTo>
              </a:path>
            </a:pathLst>
          </a:custGeom>
          <a:ln w="19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g object 59"/>
          <p:cNvSpPr/>
          <p:nvPr/>
        </p:nvSpPr>
        <p:spPr>
          <a:xfrm>
            <a:off x="10534378" y="3243926"/>
            <a:ext cx="458470" cy="0"/>
          </a:xfrm>
          <a:custGeom>
            <a:avLst/>
            <a:gdLst/>
            <a:ahLst/>
            <a:cxnLst/>
            <a:rect l="l" t="t" r="r" b="b"/>
            <a:pathLst>
              <a:path w="458470" h="0">
                <a:moveTo>
                  <a:pt x="0" y="0"/>
                </a:moveTo>
                <a:lnTo>
                  <a:pt x="458431" y="0"/>
                </a:lnTo>
              </a:path>
            </a:pathLst>
          </a:custGeom>
          <a:ln w="19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g object 60"/>
          <p:cNvSpPr/>
          <p:nvPr/>
        </p:nvSpPr>
        <p:spPr>
          <a:xfrm>
            <a:off x="8920316" y="3243926"/>
            <a:ext cx="1499870" cy="0"/>
          </a:xfrm>
          <a:custGeom>
            <a:avLst/>
            <a:gdLst/>
            <a:ahLst/>
            <a:cxnLst/>
            <a:rect l="l" t="t" r="r" b="b"/>
            <a:pathLst>
              <a:path w="1499870" h="0">
                <a:moveTo>
                  <a:pt x="0" y="0"/>
                </a:moveTo>
                <a:lnTo>
                  <a:pt x="1499453" y="0"/>
                </a:lnTo>
              </a:path>
            </a:pathLst>
          </a:custGeom>
          <a:ln w="19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g object 61"/>
          <p:cNvSpPr/>
          <p:nvPr/>
        </p:nvSpPr>
        <p:spPr>
          <a:xfrm>
            <a:off x="11861920" y="3511847"/>
            <a:ext cx="1805305" cy="0"/>
          </a:xfrm>
          <a:custGeom>
            <a:avLst/>
            <a:gdLst/>
            <a:ahLst/>
            <a:cxnLst/>
            <a:rect l="l" t="t" r="r" b="b"/>
            <a:pathLst>
              <a:path w="1805305" h="0">
                <a:moveTo>
                  <a:pt x="0" y="0"/>
                </a:moveTo>
                <a:lnTo>
                  <a:pt x="1805074" y="0"/>
                </a:lnTo>
              </a:path>
            </a:pathLst>
          </a:custGeom>
          <a:ln w="19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g object 62"/>
          <p:cNvSpPr/>
          <p:nvPr/>
        </p:nvSpPr>
        <p:spPr>
          <a:xfrm>
            <a:off x="7831541" y="3952003"/>
            <a:ext cx="506730" cy="0"/>
          </a:xfrm>
          <a:custGeom>
            <a:avLst/>
            <a:gdLst/>
            <a:ahLst/>
            <a:cxnLst/>
            <a:rect l="l" t="t" r="r" b="b"/>
            <a:pathLst>
              <a:path w="506729" h="0">
                <a:moveTo>
                  <a:pt x="0" y="0"/>
                </a:moveTo>
                <a:lnTo>
                  <a:pt x="506185" y="0"/>
                </a:lnTo>
              </a:path>
            </a:pathLst>
          </a:custGeom>
          <a:ln w="287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g object 63"/>
          <p:cNvSpPr/>
          <p:nvPr/>
        </p:nvSpPr>
        <p:spPr>
          <a:xfrm>
            <a:off x="8786607" y="4593099"/>
            <a:ext cx="878840" cy="0"/>
          </a:xfrm>
          <a:custGeom>
            <a:avLst/>
            <a:gdLst/>
            <a:ahLst/>
            <a:cxnLst/>
            <a:rect l="l" t="t" r="r" b="b"/>
            <a:pathLst>
              <a:path w="878840" h="0">
                <a:moveTo>
                  <a:pt x="0" y="0"/>
                </a:moveTo>
                <a:lnTo>
                  <a:pt x="878660" y="0"/>
                </a:lnTo>
              </a:path>
            </a:pathLst>
          </a:custGeom>
          <a:ln w="105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g object 64"/>
          <p:cNvSpPr/>
          <p:nvPr/>
        </p:nvSpPr>
        <p:spPr>
          <a:xfrm>
            <a:off x="5673092" y="4937569"/>
            <a:ext cx="2407285" cy="0"/>
          </a:xfrm>
          <a:custGeom>
            <a:avLst/>
            <a:gdLst/>
            <a:ahLst/>
            <a:cxnLst/>
            <a:rect l="l" t="t" r="r" b="b"/>
            <a:pathLst>
              <a:path w="2407284" h="0">
                <a:moveTo>
                  <a:pt x="0" y="0"/>
                </a:moveTo>
                <a:lnTo>
                  <a:pt x="2406766" y="0"/>
                </a:lnTo>
              </a:path>
            </a:pathLst>
          </a:custGeom>
          <a:ln w="105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g object 65"/>
          <p:cNvSpPr/>
          <p:nvPr/>
        </p:nvSpPr>
        <p:spPr>
          <a:xfrm>
            <a:off x="4383752" y="5014118"/>
            <a:ext cx="735965" cy="0"/>
          </a:xfrm>
          <a:custGeom>
            <a:avLst/>
            <a:gdLst/>
            <a:ahLst/>
            <a:cxnLst/>
            <a:rect l="l" t="t" r="r" b="b"/>
            <a:pathLst>
              <a:path w="735964" h="0">
                <a:moveTo>
                  <a:pt x="0" y="0"/>
                </a:moveTo>
                <a:lnTo>
                  <a:pt x="735400" y="0"/>
                </a:lnTo>
              </a:path>
            </a:pathLst>
          </a:custGeom>
          <a:ln w="105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bg object 66"/>
          <p:cNvSpPr/>
          <p:nvPr/>
        </p:nvSpPr>
        <p:spPr>
          <a:xfrm>
            <a:off x="3667453" y="5052392"/>
            <a:ext cx="601980" cy="0"/>
          </a:xfrm>
          <a:custGeom>
            <a:avLst/>
            <a:gdLst/>
            <a:ahLst/>
            <a:cxnLst/>
            <a:rect l="l" t="t" r="r" b="b"/>
            <a:pathLst>
              <a:path w="601979" h="0">
                <a:moveTo>
                  <a:pt x="0" y="0"/>
                </a:moveTo>
                <a:lnTo>
                  <a:pt x="601691" y="0"/>
                </a:lnTo>
              </a:path>
            </a:pathLst>
          </a:custGeom>
          <a:ln w="105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bg object 67"/>
          <p:cNvSpPr/>
          <p:nvPr/>
        </p:nvSpPr>
        <p:spPr>
          <a:xfrm>
            <a:off x="6398942" y="7061799"/>
            <a:ext cx="955675" cy="0"/>
          </a:xfrm>
          <a:custGeom>
            <a:avLst/>
            <a:gdLst/>
            <a:ahLst/>
            <a:cxnLst/>
            <a:rect l="l" t="t" r="r" b="b"/>
            <a:pathLst>
              <a:path w="955675" h="0">
                <a:moveTo>
                  <a:pt x="0" y="0"/>
                </a:moveTo>
                <a:lnTo>
                  <a:pt x="955066" y="0"/>
                </a:lnTo>
              </a:path>
            </a:pathLst>
          </a:custGeom>
          <a:ln w="19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76979" y="363834"/>
            <a:ext cx="984250" cy="6534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0C0C0C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5172" y="1973135"/>
            <a:ext cx="13413105" cy="56620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067173" y="7978330"/>
            <a:ext cx="4769104" cy="428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45172" y="7978330"/>
            <a:ext cx="3427793" cy="428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730484" y="7978330"/>
            <a:ext cx="3427793" cy="428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8989" y="537983"/>
            <a:ext cx="1670050" cy="859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0010" marR="5080" indent="-67945">
              <a:lnSpc>
                <a:spcPct val="107100"/>
              </a:lnSpc>
              <a:spcBef>
                <a:spcPts val="95"/>
              </a:spcBef>
              <a:tabLst>
                <a:tab pos="1656714" algn="l"/>
              </a:tabLst>
            </a:pPr>
            <a:r>
              <a:rPr dirty="0" sz="1700" spc="-10" b="1">
                <a:solidFill>
                  <a:srgbClr val="0C0C0C"/>
                </a:solidFill>
                <a:latin typeface="Courier New"/>
                <a:cs typeface="Courier New"/>
              </a:rPr>
              <a:t>Internet </a:t>
            </a:r>
            <a:r>
              <a:rPr dirty="0" sz="1700" spc="45" b="1">
                <a:solidFill>
                  <a:srgbClr val="0C0C0C"/>
                </a:solidFill>
                <a:latin typeface="Courier New"/>
                <a:cs typeface="Courier New"/>
              </a:rPr>
              <a:t>gateway</a:t>
            </a:r>
            <a:r>
              <a:rPr dirty="0" sz="1700" spc="-375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700" spc="-50" i="1">
                <a:solidFill>
                  <a:srgbClr val="42269C"/>
                </a:solidFill>
                <a:latin typeface="Courier New"/>
                <a:cs typeface="Courier New"/>
              </a:rPr>
              <a:t>,</a:t>
            </a:r>
            <a:r>
              <a:rPr dirty="0" u="sng" sz="1700" i="1">
                <a:solidFill>
                  <a:srgbClr val="42269C"/>
                </a:solidFill>
                <a:uFill>
                  <a:solidFill>
                    <a:srgbClr val="41259B"/>
                  </a:solidFill>
                </a:uFill>
                <a:latin typeface="Courier New"/>
                <a:cs typeface="Courier New"/>
              </a:rPr>
              <a:t>	</a:t>
            </a:r>
            <a:endParaRPr sz="1700">
              <a:latin typeface="Courier New"/>
              <a:cs typeface="Courier New"/>
            </a:endParaRPr>
          </a:p>
          <a:p>
            <a:pPr marL="234950">
              <a:lnSpc>
                <a:spcPct val="100000"/>
              </a:lnSpc>
              <a:spcBef>
                <a:spcPts val="520"/>
              </a:spcBef>
            </a:pPr>
            <a:r>
              <a:rPr dirty="0" sz="1400" i="1">
                <a:solidFill>
                  <a:srgbClr val="343434"/>
                </a:solidFill>
                <a:latin typeface="Arial"/>
                <a:cs typeface="Arial"/>
              </a:rPr>
              <a:t>la</a:t>
            </a:r>
            <a:r>
              <a:rPr dirty="0" sz="1400" i="1">
                <a:solidFill>
                  <a:srgbClr val="1A1F1F"/>
                </a:solidFill>
                <a:latin typeface="Arial"/>
                <a:cs typeface="Arial"/>
              </a:rPr>
              <a:t>b</a:t>
            </a:r>
            <a:r>
              <a:rPr dirty="0" sz="1400" i="1">
                <a:solidFill>
                  <a:srgbClr val="4B4B4B"/>
                </a:solidFill>
                <a:latin typeface="Arial"/>
                <a:cs typeface="Arial"/>
              </a:rPr>
              <a:t>-</a:t>
            </a:r>
            <a:r>
              <a:rPr dirty="0" sz="1400" spc="-25" i="1">
                <a:solidFill>
                  <a:srgbClr val="4B4B4B"/>
                </a:solidFill>
                <a:latin typeface="Arial"/>
                <a:cs typeface="Arial"/>
              </a:rPr>
              <a:t>igw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76979" y="363834"/>
            <a:ext cx="984250" cy="65341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25"/>
              <a:t>VPC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83493" y="886919"/>
            <a:ext cx="988694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45" b="1" i="1">
                <a:solidFill>
                  <a:srgbClr val="0C0C0C"/>
                </a:solidFill>
                <a:latin typeface="Arial"/>
                <a:cs typeface="Arial"/>
              </a:rPr>
              <a:t>lab-</a:t>
            </a:r>
            <a:r>
              <a:rPr dirty="0" sz="2250" spc="-30" b="1" i="1">
                <a:solidFill>
                  <a:srgbClr val="0C0C0C"/>
                </a:solidFill>
                <a:latin typeface="Arial"/>
                <a:cs typeface="Arial"/>
              </a:rPr>
              <a:t>vpc</a:t>
            </a:r>
            <a:endParaRPr sz="22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26243" y="2622027"/>
            <a:ext cx="150177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1F3B23"/>
                </a:solidFill>
                <a:latin typeface="Arial"/>
                <a:cs typeface="Arial"/>
              </a:rPr>
              <a:t>lab</a:t>
            </a:r>
            <a:r>
              <a:rPr dirty="0" sz="1400" i="1">
                <a:solidFill>
                  <a:srgbClr val="314F3F"/>
                </a:solidFill>
                <a:latin typeface="Arial"/>
                <a:cs typeface="Arial"/>
              </a:rPr>
              <a:t>-</a:t>
            </a:r>
            <a:r>
              <a:rPr dirty="0" sz="1400" spc="45" i="1">
                <a:solidFill>
                  <a:srgbClr val="1F3B23"/>
                </a:solidFill>
                <a:latin typeface="Arial"/>
                <a:cs typeface="Arial"/>
              </a:rPr>
              <a:t>public-</a:t>
            </a:r>
            <a:r>
              <a:rPr dirty="0" sz="1400" spc="50" i="1">
                <a:solidFill>
                  <a:srgbClr val="1F3B23"/>
                </a:solidFill>
                <a:latin typeface="Arial"/>
                <a:cs typeface="Arial"/>
              </a:rPr>
              <a:t>subnet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60830" y="3467253"/>
            <a:ext cx="100076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i="1">
                <a:solidFill>
                  <a:srgbClr val="1F3B23"/>
                </a:solidFill>
                <a:latin typeface="Arial"/>
                <a:cs typeface="Arial"/>
              </a:rPr>
              <a:t>lab-public-</a:t>
            </a:r>
            <a:r>
              <a:rPr dirty="0" sz="1150" spc="-25" i="1">
                <a:solidFill>
                  <a:srgbClr val="1F3B23"/>
                </a:solidFill>
                <a:latin typeface="Arial"/>
                <a:cs typeface="Arial"/>
              </a:rPr>
              <a:t>ec2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11042" y="2248851"/>
            <a:ext cx="85153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10" b="1">
                <a:solidFill>
                  <a:srgbClr val="0C0C0C"/>
                </a:solidFill>
                <a:latin typeface="Courier New"/>
                <a:cs typeface="Courier New"/>
              </a:rPr>
              <a:t>Subnet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13926" y="2555046"/>
            <a:ext cx="154940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1A1F1F"/>
                </a:solidFill>
                <a:latin typeface="Arial"/>
                <a:cs typeface="Arial"/>
              </a:rPr>
              <a:t>l</a:t>
            </a:r>
            <a:r>
              <a:rPr dirty="0" sz="1400" i="1">
                <a:solidFill>
                  <a:srgbClr val="343434"/>
                </a:solidFill>
                <a:latin typeface="Arial"/>
                <a:cs typeface="Arial"/>
              </a:rPr>
              <a:t>ab-</a:t>
            </a:r>
            <a:r>
              <a:rPr dirty="0" sz="1400" i="1">
                <a:solidFill>
                  <a:srgbClr val="1A1F1F"/>
                </a:solidFill>
                <a:latin typeface="Arial"/>
                <a:cs typeface="Arial"/>
              </a:rPr>
              <a:t>p</a:t>
            </a:r>
            <a:r>
              <a:rPr dirty="0" sz="1400" i="1">
                <a:solidFill>
                  <a:srgbClr val="343434"/>
                </a:solidFill>
                <a:latin typeface="Arial"/>
                <a:cs typeface="Arial"/>
              </a:rPr>
              <a:t>ri</a:t>
            </a:r>
            <a:r>
              <a:rPr dirty="0" sz="1400" i="1">
                <a:solidFill>
                  <a:srgbClr val="1A1F1F"/>
                </a:solidFill>
                <a:latin typeface="Arial"/>
                <a:cs typeface="Arial"/>
              </a:rPr>
              <a:t>v</a:t>
            </a:r>
            <a:r>
              <a:rPr dirty="0" sz="1400" i="1">
                <a:solidFill>
                  <a:srgbClr val="343434"/>
                </a:solidFill>
                <a:latin typeface="Arial"/>
                <a:cs typeface="Arial"/>
              </a:rPr>
              <a:t>a</a:t>
            </a:r>
            <a:r>
              <a:rPr dirty="0" sz="1400" i="1">
                <a:solidFill>
                  <a:srgbClr val="1A1F1F"/>
                </a:solidFill>
                <a:latin typeface="Arial"/>
                <a:cs typeface="Arial"/>
              </a:rPr>
              <a:t>te</a:t>
            </a:r>
            <a:r>
              <a:rPr dirty="0" sz="1400" i="1">
                <a:solidFill>
                  <a:srgbClr val="343434"/>
                </a:solidFill>
                <a:latin typeface="Arial"/>
                <a:cs typeface="Arial"/>
              </a:rPr>
              <a:t>-</a:t>
            </a:r>
            <a:r>
              <a:rPr dirty="0" sz="1400" spc="-10" i="1">
                <a:solidFill>
                  <a:srgbClr val="343434"/>
                </a:solidFill>
                <a:latin typeface="Arial"/>
                <a:cs typeface="Arial"/>
              </a:rPr>
              <a:t>subnet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68321" y="1703440"/>
            <a:ext cx="2295525" cy="8585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12750" algn="l"/>
              </a:tabLst>
            </a:pPr>
            <a:r>
              <a:rPr dirty="0" u="heavy" sz="2900">
                <a:solidFill>
                  <a:srgbClr val="1F3B23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heavy" sz="2900" spc="-190">
                <a:solidFill>
                  <a:srgbClr val="1F3B23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•</a:t>
            </a:r>
            <a:r>
              <a:rPr dirty="0" u="heavy" sz="2900" spc="-190">
                <a:solidFill>
                  <a:srgbClr val="314F3F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•</a:t>
            </a:r>
            <a:r>
              <a:rPr dirty="0" sz="2900" spc="-315">
                <a:solidFill>
                  <a:srgbClr val="314F3F"/>
                </a:solidFill>
                <a:latin typeface="Arial"/>
                <a:cs typeface="Arial"/>
              </a:rPr>
              <a:t> </a:t>
            </a:r>
            <a:r>
              <a:rPr dirty="0" sz="2900" spc="110" b="1">
                <a:solidFill>
                  <a:srgbClr val="36B38C"/>
                </a:solidFill>
                <a:latin typeface="Arial"/>
                <a:cs typeface="Arial"/>
              </a:rPr>
              <a:t>fil</a:t>
            </a:r>
            <a:r>
              <a:rPr dirty="0" sz="2900" spc="110" b="1">
                <a:solidFill>
                  <a:srgbClr val="316656"/>
                </a:solidFill>
                <a:latin typeface="Arial"/>
                <a:cs typeface="Arial"/>
              </a:rPr>
              <a:t>eg</a:t>
            </a:r>
            <a:r>
              <a:rPr dirty="0" sz="2900" spc="110" b="1">
                <a:solidFill>
                  <a:srgbClr val="343434"/>
                </a:solidFill>
                <a:latin typeface="Arial"/>
                <a:cs typeface="Arial"/>
              </a:rPr>
              <a:t>ator</a:t>
            </a:r>
            <a:endParaRPr sz="29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1990"/>
              </a:spcBef>
            </a:pPr>
            <a:r>
              <a:rPr dirty="0" sz="900" spc="-10" b="1">
                <a:solidFill>
                  <a:srgbClr val="4B4B4B"/>
                </a:solidFill>
                <a:latin typeface="Arial"/>
                <a:cs typeface="Arial"/>
              </a:rPr>
              <a:t>Uscrnamc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77167" y="3390705"/>
            <a:ext cx="102616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i="1">
                <a:solidFill>
                  <a:srgbClr val="343434"/>
                </a:solidFill>
                <a:latin typeface="Arial"/>
                <a:cs typeface="Arial"/>
              </a:rPr>
              <a:t>lab</a:t>
            </a:r>
            <a:r>
              <a:rPr dirty="0" sz="1150" i="1">
                <a:solidFill>
                  <a:srgbClr val="1A1F1F"/>
                </a:solidFill>
                <a:latin typeface="Arial"/>
                <a:cs typeface="Arial"/>
              </a:rPr>
              <a:t>-</a:t>
            </a:r>
            <a:r>
              <a:rPr dirty="0" sz="1150" i="1">
                <a:solidFill>
                  <a:srgbClr val="343434"/>
                </a:solidFill>
                <a:latin typeface="Arial"/>
                <a:cs typeface="Arial"/>
              </a:rPr>
              <a:t>private</a:t>
            </a:r>
            <a:r>
              <a:rPr dirty="0" sz="1150" i="1">
                <a:solidFill>
                  <a:srgbClr val="1A1F1F"/>
                </a:solidFill>
                <a:latin typeface="Arial"/>
                <a:cs typeface="Arial"/>
              </a:rPr>
              <a:t>-</a:t>
            </a:r>
            <a:r>
              <a:rPr dirty="0" sz="1150" spc="-25" i="1">
                <a:solidFill>
                  <a:srgbClr val="343434"/>
                </a:solidFill>
                <a:latin typeface="Arial"/>
                <a:cs typeface="Arial"/>
              </a:rPr>
              <a:t>ec2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35817" y="2682628"/>
            <a:ext cx="27368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30" b="1">
                <a:solidFill>
                  <a:srgbClr val="7C7C7C"/>
                </a:solidFill>
                <a:latin typeface="Arial"/>
                <a:cs typeface="Arial"/>
              </a:rPr>
              <a:t>use</a:t>
            </a:r>
            <a:r>
              <a:rPr dirty="0" sz="1000" spc="-30" b="1">
                <a:solidFill>
                  <a:srgbClr val="959393"/>
                </a:solidFill>
                <a:latin typeface="Arial"/>
                <a:cs typeface="Arial"/>
              </a:rPr>
              <a:t>r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869510" y="3011149"/>
            <a:ext cx="566420" cy="163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10" b="1">
                <a:solidFill>
                  <a:srgbClr val="4B4B4B"/>
                </a:solidFill>
                <a:latin typeface="Arial"/>
                <a:cs typeface="Arial"/>
              </a:rPr>
              <a:t>Password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32263" y="3180196"/>
            <a:ext cx="360680" cy="3168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00" spc="-145">
                <a:solidFill>
                  <a:srgbClr val="4B4B4B"/>
                </a:solidFill>
                <a:latin typeface="Arial"/>
                <a:cs typeface="Arial"/>
              </a:rPr>
              <a:t>.</a:t>
            </a:r>
            <a:r>
              <a:rPr dirty="0" sz="1900" spc="-145">
                <a:solidFill>
                  <a:srgbClr val="1A1F1F"/>
                </a:solidFill>
                <a:latin typeface="Arial"/>
                <a:cs typeface="Arial"/>
              </a:rPr>
              <a:t>.</a:t>
            </a:r>
            <a:r>
              <a:rPr dirty="0" sz="1900" spc="-145">
                <a:solidFill>
                  <a:srgbClr val="4B4B4B"/>
                </a:solidFill>
                <a:latin typeface="Arial"/>
                <a:cs typeface="Arial"/>
              </a:rPr>
              <a:t>··</a:t>
            </a:r>
            <a:r>
              <a:rPr dirty="0" sz="1900" spc="-145">
                <a:solidFill>
                  <a:srgbClr val="9CACAA"/>
                </a:solidFill>
                <a:latin typeface="Arial"/>
                <a:cs typeface="Arial"/>
              </a:rPr>
              <a:t>1</a:t>
            </a:r>
            <a:endParaRPr sz="1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923911" y="3298208"/>
            <a:ext cx="2794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290">
                <a:solidFill>
                  <a:srgbClr val="36B38C"/>
                </a:solidFill>
                <a:latin typeface="Arial"/>
                <a:cs typeface="Arial"/>
              </a:rPr>
              <a:t>@</a:t>
            </a:r>
            <a:r>
              <a:rPr dirty="0" sz="1050" spc="290">
                <a:solidFill>
                  <a:srgbClr val="A8CCC1"/>
                </a:solidFill>
                <a:latin typeface="Arial"/>
                <a:cs typeface="Arial"/>
              </a:rPr>
              <a:t>]</a:t>
            </a:r>
            <a:endParaRPr sz="1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605014" y="3489580"/>
            <a:ext cx="620395" cy="4851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00" spc="-525" b="1">
                <a:solidFill>
                  <a:srgbClr val="36B38C"/>
                </a:solidFill>
                <a:latin typeface="Arial"/>
                <a:cs typeface="Arial"/>
              </a:rPr>
              <a:t>1111</a:t>
            </a:r>
            <a:endParaRPr sz="3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991" y="5063661"/>
            <a:ext cx="1969770" cy="60198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algn="ctr" marR="17145">
              <a:lnSpc>
                <a:spcPct val="100000"/>
              </a:lnSpc>
              <a:spcBef>
                <a:spcPts val="545"/>
              </a:spcBef>
            </a:pPr>
            <a:r>
              <a:rPr dirty="0" sz="1700" spc="-10" b="1">
                <a:solidFill>
                  <a:srgbClr val="0C0C0C"/>
                </a:solidFill>
                <a:latin typeface="Courier New"/>
                <a:cs typeface="Courier New"/>
              </a:rPr>
              <a:t>endpoint</a:t>
            </a:r>
            <a:endParaRPr sz="17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dirty="0" sz="1400" i="1">
                <a:solidFill>
                  <a:srgbClr val="343434"/>
                </a:solidFill>
                <a:latin typeface="Arial"/>
                <a:cs typeface="Arial"/>
              </a:rPr>
              <a:t>lab-cli</a:t>
            </a:r>
            <a:r>
              <a:rPr dirty="0" sz="1400" i="1">
                <a:solidFill>
                  <a:srgbClr val="1A1F1F"/>
                </a:solidFill>
                <a:latin typeface="Arial"/>
                <a:cs typeface="Arial"/>
              </a:rPr>
              <a:t>e</a:t>
            </a:r>
            <a:r>
              <a:rPr dirty="0" sz="1400" i="1">
                <a:solidFill>
                  <a:srgbClr val="343434"/>
                </a:solidFill>
                <a:latin typeface="Arial"/>
                <a:cs typeface="Arial"/>
              </a:rPr>
              <a:t>nt-</a:t>
            </a:r>
            <a:r>
              <a:rPr dirty="0" sz="1400" spc="50" i="1">
                <a:solidFill>
                  <a:srgbClr val="343434"/>
                </a:solidFill>
                <a:latin typeface="Arial"/>
                <a:cs typeface="Arial"/>
              </a:rPr>
              <a:t>v</a:t>
            </a:r>
            <a:r>
              <a:rPr dirty="0" sz="1400" spc="50" i="1">
                <a:solidFill>
                  <a:srgbClr val="1A1F1F"/>
                </a:solidFill>
                <a:latin typeface="Arial"/>
                <a:cs typeface="Arial"/>
              </a:rPr>
              <a:t>p</a:t>
            </a:r>
            <a:r>
              <a:rPr dirty="0" sz="1400" spc="50" i="1">
                <a:solidFill>
                  <a:srgbClr val="343434"/>
                </a:solidFill>
                <a:latin typeface="Arial"/>
                <a:cs typeface="Arial"/>
              </a:rPr>
              <a:t>n-</a:t>
            </a:r>
            <a:r>
              <a:rPr dirty="0" sz="1400" spc="40" i="1">
                <a:solidFill>
                  <a:srgbClr val="1A1F1F"/>
                </a:solidFill>
                <a:latin typeface="Arial"/>
                <a:cs typeface="Arial"/>
              </a:rPr>
              <a:t>e</a:t>
            </a:r>
            <a:r>
              <a:rPr dirty="0" sz="1400" spc="40" i="1">
                <a:solidFill>
                  <a:srgbClr val="343434"/>
                </a:solidFill>
                <a:latin typeface="Arial"/>
                <a:cs typeface="Arial"/>
              </a:rPr>
              <a:t>ndopint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26829" y="6171980"/>
            <a:ext cx="829310" cy="484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C18E6B"/>
                </a:solidFill>
                <a:latin typeface="Times New Roman"/>
                <a:cs typeface="Times New Roman"/>
              </a:rPr>
              <a:t>-;:</a:t>
            </a:r>
            <a:r>
              <a:rPr dirty="0" sz="1150" spc="330">
                <a:solidFill>
                  <a:srgbClr val="C18E6B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7C7C7C"/>
                </a:solidFill>
                <a:latin typeface="Times New Roman"/>
                <a:cs typeface="Times New Roman"/>
              </a:rPr>
              <a:t>J</a:t>
            </a:r>
            <a:r>
              <a:rPr dirty="0" sz="1150" spc="-10">
                <a:solidFill>
                  <a:srgbClr val="666462"/>
                </a:solidFill>
                <a:latin typeface="Times New Roman"/>
                <a:cs typeface="Times New Roman"/>
              </a:rPr>
              <a:t>U</a:t>
            </a:r>
            <a:r>
              <a:rPr dirty="0" sz="1400" spc="-10">
                <a:solidFill>
                  <a:srgbClr val="7C7C7C"/>
                </a:solidFill>
                <a:latin typeface="Arial"/>
                <a:cs typeface="Arial"/>
              </a:rPr>
              <a:t>pyter</a:t>
            </a:r>
            <a:endParaRPr sz="14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905"/>
              </a:spcBef>
            </a:pPr>
            <a:r>
              <a:rPr dirty="0" sz="850" b="1">
                <a:solidFill>
                  <a:srgbClr val="7C7C7C"/>
                </a:solidFill>
                <a:latin typeface="Arial"/>
                <a:cs typeface="Arial"/>
              </a:rPr>
              <a:t>F</a:t>
            </a:r>
            <a:r>
              <a:rPr dirty="0" sz="850" b="1">
                <a:solidFill>
                  <a:srgbClr val="959393"/>
                </a:solidFill>
                <a:latin typeface="Arial"/>
                <a:cs typeface="Arial"/>
              </a:rPr>
              <a:t>il</a:t>
            </a:r>
            <a:r>
              <a:rPr dirty="0" sz="850" b="1">
                <a:solidFill>
                  <a:srgbClr val="7C7C7C"/>
                </a:solidFill>
                <a:latin typeface="Arial"/>
                <a:cs typeface="Arial"/>
              </a:rPr>
              <a:t>e</a:t>
            </a:r>
            <a:r>
              <a:rPr dirty="0" sz="850" spc="450" b="1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7C7C7C"/>
                </a:solidFill>
                <a:latin typeface="Arial"/>
                <a:cs typeface="Arial"/>
              </a:rPr>
              <a:t>Edi</a:t>
            </a:r>
            <a:r>
              <a:rPr dirty="0" sz="850" b="1">
                <a:solidFill>
                  <a:srgbClr val="666462"/>
                </a:solidFill>
                <a:latin typeface="Arial"/>
                <a:cs typeface="Arial"/>
              </a:rPr>
              <a:t>l</a:t>
            </a:r>
            <a:r>
              <a:rPr dirty="0" sz="850" spc="135" b="1">
                <a:solidFill>
                  <a:srgbClr val="666462"/>
                </a:solidFill>
                <a:latin typeface="Arial"/>
                <a:cs typeface="Arial"/>
              </a:rPr>
              <a:t>  </a:t>
            </a:r>
            <a:r>
              <a:rPr dirty="0" sz="850" spc="-65" b="1">
                <a:solidFill>
                  <a:srgbClr val="7C7C7C"/>
                </a:solidFill>
                <a:latin typeface="Arial"/>
                <a:cs typeface="Arial"/>
              </a:rPr>
              <a:t>VléW</a:t>
            </a:r>
            <a:endParaRPr sz="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20166" y="6203875"/>
            <a:ext cx="204216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20">
                <a:solidFill>
                  <a:srgbClr val="343434"/>
                </a:solidFill>
                <a:latin typeface="Times New Roman"/>
                <a:cs typeface="Times New Roman"/>
              </a:rPr>
              <a:t>U</a:t>
            </a:r>
            <a:r>
              <a:rPr dirty="0" sz="1150" spc="-20">
                <a:solidFill>
                  <a:srgbClr val="666462"/>
                </a:solidFill>
                <a:latin typeface="Times New Roman"/>
                <a:cs typeface="Times New Roman"/>
              </a:rPr>
              <a:t>n</a:t>
            </a:r>
            <a:r>
              <a:rPr dirty="0" sz="1150" spc="-20">
                <a:solidFill>
                  <a:srgbClr val="343434"/>
                </a:solidFill>
                <a:latin typeface="Times New Roman"/>
                <a:cs typeface="Times New Roman"/>
              </a:rPr>
              <a:t>t</a:t>
            </a:r>
            <a:r>
              <a:rPr dirty="0" sz="1150" spc="-20">
                <a:solidFill>
                  <a:srgbClr val="666462"/>
                </a:solidFill>
                <a:latin typeface="Times New Roman"/>
                <a:cs typeface="Times New Roman"/>
              </a:rPr>
              <a:t>i</a:t>
            </a:r>
            <a:r>
              <a:rPr dirty="0" sz="1150" spc="-20">
                <a:solidFill>
                  <a:srgbClr val="4B4B4B"/>
                </a:solidFill>
                <a:latin typeface="Times New Roman"/>
                <a:cs typeface="Times New Roman"/>
              </a:rPr>
              <a:t>t</a:t>
            </a:r>
            <a:r>
              <a:rPr dirty="0" sz="1150" spc="-20">
                <a:solidFill>
                  <a:srgbClr val="666462"/>
                </a:solidFill>
                <a:latin typeface="Times New Roman"/>
                <a:cs typeface="Times New Roman"/>
              </a:rPr>
              <a:t>l</a:t>
            </a:r>
            <a:r>
              <a:rPr dirty="0" sz="1150" spc="-20">
                <a:solidFill>
                  <a:srgbClr val="4B4B4B"/>
                </a:solidFill>
                <a:latin typeface="Times New Roman"/>
                <a:cs typeface="Times New Roman"/>
              </a:rPr>
              <a:t>ed</a:t>
            </a:r>
            <a:r>
              <a:rPr dirty="0" sz="1150" spc="45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900" spc="50">
                <a:solidFill>
                  <a:srgbClr val="7C7C7C"/>
                </a:solidFill>
                <a:latin typeface="Times New Roman"/>
                <a:cs typeface="Times New Roman"/>
              </a:rPr>
              <a:t>l</a:t>
            </a:r>
            <a:r>
              <a:rPr dirty="0" sz="900" spc="50">
                <a:solidFill>
                  <a:srgbClr val="666462"/>
                </a:solidFill>
                <a:latin typeface="Times New Roman"/>
                <a:cs typeface="Times New Roman"/>
              </a:rPr>
              <a:t>as</a:t>
            </a:r>
            <a:r>
              <a:rPr dirty="0" sz="900" spc="50">
                <a:solidFill>
                  <a:srgbClr val="4B4B4B"/>
                </a:solidFill>
                <a:latin typeface="Times New Roman"/>
                <a:cs typeface="Times New Roman"/>
              </a:rPr>
              <a:t>t</a:t>
            </a:r>
            <a:r>
              <a:rPr dirty="0" sz="900" spc="-45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4B4B4B"/>
                </a:solidFill>
                <a:latin typeface="Times New Roman"/>
                <a:cs typeface="Times New Roman"/>
              </a:rPr>
              <a:t>Ch</a:t>
            </a:r>
            <a:r>
              <a:rPr dirty="0" sz="900" spc="-10">
                <a:solidFill>
                  <a:srgbClr val="666462"/>
                </a:solidFill>
                <a:latin typeface="Times New Roman"/>
                <a:cs typeface="Times New Roman"/>
              </a:rPr>
              <a:t>ec</a:t>
            </a:r>
            <a:r>
              <a:rPr dirty="0" sz="900" spc="-10">
                <a:solidFill>
                  <a:srgbClr val="4B4B4B"/>
                </a:solidFill>
                <a:latin typeface="Times New Roman"/>
                <a:cs typeface="Times New Roman"/>
              </a:rPr>
              <a:t>k</a:t>
            </a:r>
            <a:r>
              <a:rPr dirty="0" sz="900" spc="-10">
                <a:solidFill>
                  <a:srgbClr val="666462"/>
                </a:solidFill>
                <a:latin typeface="Times New Roman"/>
                <a:cs typeface="Times New Roman"/>
              </a:rPr>
              <a:t>po</a:t>
            </a:r>
            <a:r>
              <a:rPr dirty="0" sz="900" spc="-10">
                <a:solidFill>
                  <a:srgbClr val="7C7C7C"/>
                </a:solidFill>
                <a:latin typeface="Times New Roman"/>
                <a:cs typeface="Times New Roman"/>
              </a:rPr>
              <a:t>int:</a:t>
            </a:r>
            <a:r>
              <a:rPr dirty="0" sz="900" spc="-55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7C7C7C"/>
                </a:solidFill>
                <a:latin typeface="Times New Roman"/>
                <a:cs typeface="Times New Roman"/>
              </a:rPr>
              <a:t>1</a:t>
            </a:r>
            <a:r>
              <a:rPr dirty="0" sz="900">
                <a:solidFill>
                  <a:srgbClr val="666462"/>
                </a:solidFill>
                <a:latin typeface="Times New Roman"/>
                <a:cs typeface="Times New Roman"/>
              </a:rPr>
              <a:t>7</a:t>
            </a:r>
            <a:r>
              <a:rPr dirty="0" sz="900" spc="15">
                <a:solidFill>
                  <a:srgbClr val="666462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666462"/>
                </a:solidFill>
                <a:latin typeface="Times New Roman"/>
                <a:cs typeface="Times New Roman"/>
              </a:rPr>
              <a:t>m</a:t>
            </a:r>
            <a:r>
              <a:rPr dirty="0" sz="900">
                <a:solidFill>
                  <a:srgbClr val="7C7C7C"/>
                </a:solidFill>
                <a:latin typeface="Times New Roman"/>
                <a:cs typeface="Times New Roman"/>
              </a:rPr>
              <a:t>i</a:t>
            </a:r>
            <a:r>
              <a:rPr dirty="0" sz="900">
                <a:solidFill>
                  <a:srgbClr val="666462"/>
                </a:solidFill>
                <a:latin typeface="Times New Roman"/>
                <a:cs typeface="Times New Roman"/>
              </a:rPr>
              <a:t>nu</a:t>
            </a:r>
            <a:r>
              <a:rPr dirty="0" sz="900">
                <a:solidFill>
                  <a:srgbClr val="4B4B4B"/>
                </a:solidFill>
                <a:latin typeface="Times New Roman"/>
                <a:cs typeface="Times New Roman"/>
              </a:rPr>
              <a:t>t</a:t>
            </a:r>
            <a:r>
              <a:rPr dirty="0" sz="900">
                <a:solidFill>
                  <a:srgbClr val="666462"/>
                </a:solidFill>
                <a:latin typeface="Times New Roman"/>
                <a:cs typeface="Times New Roman"/>
              </a:rPr>
              <a:t>es</a:t>
            </a:r>
            <a:r>
              <a:rPr dirty="0" sz="900" spc="-70">
                <a:solidFill>
                  <a:srgbClr val="666462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666462"/>
                </a:solidFill>
                <a:latin typeface="Times New Roman"/>
                <a:cs typeface="Times New Roman"/>
              </a:rPr>
              <a:t>ago</a:t>
            </a:r>
            <a:endParaRPr sz="1150">
              <a:latin typeface="Times New Roman"/>
              <a:cs typeface="Times New Roman"/>
            </a:endParaRPr>
          </a:p>
          <a:p>
            <a:pPr marL="34290">
              <a:lnSpc>
                <a:spcPct val="100000"/>
              </a:lnSpc>
              <a:spcBef>
                <a:spcPts val="955"/>
              </a:spcBef>
            </a:pPr>
            <a:r>
              <a:rPr dirty="0" sz="850" b="1">
                <a:solidFill>
                  <a:srgbClr val="7C7C7C"/>
                </a:solidFill>
                <a:latin typeface="Arial"/>
                <a:cs typeface="Arial"/>
              </a:rPr>
              <a:t>Run</a:t>
            </a:r>
            <a:r>
              <a:rPr dirty="0" sz="850" spc="360" b="1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850" spc="-25" b="1">
                <a:solidFill>
                  <a:srgbClr val="7C7C7C"/>
                </a:solidFill>
                <a:latin typeface="Arial"/>
                <a:cs typeface="Arial"/>
              </a:rPr>
              <a:t>Ke</a:t>
            </a:r>
            <a:r>
              <a:rPr dirty="0" sz="850" spc="-25" b="1">
                <a:solidFill>
                  <a:srgbClr val="959393"/>
                </a:solidFill>
                <a:latin typeface="Arial"/>
                <a:cs typeface="Arial"/>
              </a:rPr>
              <a:t>r</a:t>
            </a:r>
            <a:r>
              <a:rPr dirty="0" sz="850" spc="-25" b="1">
                <a:solidFill>
                  <a:srgbClr val="7C7C7C"/>
                </a:solidFill>
                <a:latin typeface="Arial"/>
                <a:cs typeface="Arial"/>
              </a:rPr>
              <a:t>ne</a:t>
            </a:r>
            <a:r>
              <a:rPr dirty="0" sz="850" spc="-25" b="1">
                <a:solidFill>
                  <a:srgbClr val="666462"/>
                </a:solidFill>
                <a:latin typeface="Arial"/>
                <a:cs typeface="Arial"/>
              </a:rPr>
              <a:t>l</a:t>
            </a:r>
            <a:r>
              <a:rPr dirty="0" sz="850" spc="450" b="1">
                <a:solidFill>
                  <a:srgbClr val="666462"/>
                </a:solidFill>
                <a:latin typeface="Arial"/>
                <a:cs typeface="Arial"/>
              </a:rPr>
              <a:t> </a:t>
            </a:r>
            <a:r>
              <a:rPr dirty="0" sz="850" spc="-25" b="1">
                <a:solidFill>
                  <a:srgbClr val="7C7C7C"/>
                </a:solidFill>
                <a:latin typeface="Arial"/>
                <a:cs typeface="Arial"/>
              </a:rPr>
              <a:t>Seui</a:t>
            </a:r>
            <a:r>
              <a:rPr dirty="0" sz="850" spc="-25" b="1">
                <a:solidFill>
                  <a:srgbClr val="959393"/>
                </a:solidFill>
                <a:latin typeface="Arial"/>
                <a:cs typeface="Arial"/>
              </a:rPr>
              <a:t>n</a:t>
            </a:r>
            <a:r>
              <a:rPr dirty="0" sz="850" spc="-25" b="1">
                <a:solidFill>
                  <a:srgbClr val="7C7C7C"/>
                </a:solidFill>
                <a:latin typeface="Arial"/>
                <a:cs typeface="Arial"/>
              </a:rPr>
              <a:t>9s</a:t>
            </a:r>
            <a:r>
              <a:rPr dirty="0" sz="850" spc="375" b="1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7C7C7C"/>
                </a:solidFill>
                <a:latin typeface="Arial"/>
                <a:cs typeface="Arial"/>
              </a:rPr>
              <a:t>Help</a:t>
            </a:r>
            <a:endParaRPr sz="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88480" y="6682306"/>
            <a:ext cx="224917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315" b="1">
                <a:solidFill>
                  <a:srgbClr val="666462"/>
                </a:solidFill>
                <a:latin typeface="Arial"/>
                <a:cs typeface="Arial"/>
              </a:rPr>
              <a:t>0</a:t>
            </a:r>
            <a:r>
              <a:rPr dirty="0" sz="1150" spc="315" b="1">
                <a:solidFill>
                  <a:srgbClr val="959393"/>
                </a:solidFill>
                <a:latin typeface="Arial"/>
                <a:cs typeface="Arial"/>
              </a:rPr>
              <a:t>+</a:t>
            </a:r>
            <a:r>
              <a:rPr dirty="0" sz="1150" spc="315" b="1">
                <a:solidFill>
                  <a:srgbClr val="7C7C7C"/>
                </a:solidFill>
                <a:latin typeface="Arial"/>
                <a:cs typeface="Arial"/>
              </a:rPr>
              <a:t>:K</a:t>
            </a:r>
            <a:r>
              <a:rPr dirty="0" sz="1150" spc="315" b="1">
                <a:solidFill>
                  <a:srgbClr val="959393"/>
                </a:solidFill>
                <a:latin typeface="Arial"/>
                <a:cs typeface="Arial"/>
              </a:rPr>
              <a:t>ftl</a:t>
            </a:r>
            <a:r>
              <a:rPr dirty="0" sz="1150" spc="315" b="1">
                <a:solidFill>
                  <a:srgbClr val="7C7C7C"/>
                </a:solidFill>
                <a:latin typeface="Arial"/>
                <a:cs typeface="Arial"/>
              </a:rPr>
              <a:t>t:J</a:t>
            </a:r>
            <a:r>
              <a:rPr dirty="0" sz="1150" spc="95" b="1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666462"/>
                </a:solidFill>
                <a:latin typeface="Arial"/>
                <a:cs typeface="Arial"/>
              </a:rPr>
              <a:t>►</a:t>
            </a:r>
            <a:r>
              <a:rPr dirty="0" sz="700" spc="300">
                <a:solidFill>
                  <a:srgbClr val="666462"/>
                </a:solidFill>
                <a:latin typeface="Arial"/>
                <a:cs typeface="Arial"/>
              </a:rPr>
              <a:t>  </a:t>
            </a:r>
            <a:r>
              <a:rPr dirty="0" sz="1050" spc="465">
                <a:solidFill>
                  <a:srgbClr val="666462"/>
                </a:solidFill>
                <a:latin typeface="Arial"/>
                <a:cs typeface="Arial"/>
              </a:rPr>
              <a:t>■</a:t>
            </a:r>
            <a:r>
              <a:rPr dirty="0" sz="850" spc="465">
                <a:solidFill>
                  <a:srgbClr val="959393"/>
                </a:solidFill>
                <a:latin typeface="Arial"/>
                <a:cs typeface="Arial"/>
              </a:rPr>
              <a:t>O</a:t>
            </a:r>
            <a:r>
              <a:rPr dirty="0" sz="550" spc="465">
                <a:solidFill>
                  <a:srgbClr val="7C7C7C"/>
                </a:solidFill>
                <a:latin typeface="Arial"/>
                <a:cs typeface="Arial"/>
              </a:rPr>
              <a:t>►►</a:t>
            </a:r>
            <a:r>
              <a:rPr dirty="0" sz="550" spc="315">
                <a:solidFill>
                  <a:srgbClr val="7C7C7C"/>
                </a:solidFill>
                <a:latin typeface="Arial"/>
                <a:cs typeface="Arial"/>
              </a:rPr>
              <a:t>  </a:t>
            </a:r>
            <a:r>
              <a:rPr dirty="0" sz="850" spc="-20">
                <a:solidFill>
                  <a:srgbClr val="7C7C7C"/>
                </a:solidFill>
                <a:latin typeface="Arial"/>
                <a:cs typeface="Arial"/>
              </a:rPr>
              <a:t>C</a:t>
            </a:r>
            <a:r>
              <a:rPr dirty="0" sz="850" spc="-20">
                <a:solidFill>
                  <a:srgbClr val="666462"/>
                </a:solidFill>
                <a:latin typeface="Arial"/>
                <a:cs typeface="Arial"/>
              </a:rPr>
              <a:t>od</a:t>
            </a:r>
            <a:r>
              <a:rPr dirty="0" sz="850" spc="-20">
                <a:solidFill>
                  <a:srgbClr val="7C7C7C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83982" y="6771613"/>
            <a:ext cx="52705" cy="94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-50">
                <a:solidFill>
                  <a:srgbClr val="7C7C7C"/>
                </a:solidFill>
                <a:latin typeface="Times New Roman"/>
                <a:cs typeface="Times New Roman"/>
              </a:rPr>
              <a:t>y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89591" y="7282662"/>
            <a:ext cx="2157730" cy="42481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71755" indent="-59055">
              <a:lnSpc>
                <a:spcPct val="100000"/>
              </a:lnSpc>
              <a:spcBef>
                <a:spcPts val="170"/>
              </a:spcBef>
              <a:buClr>
                <a:srgbClr val="C18E6B"/>
              </a:buClr>
              <a:buFont typeface="Times New Roman"/>
              <a:buChar char="•"/>
              <a:tabLst>
                <a:tab pos="71755" algn="l"/>
                <a:tab pos="425450" algn="l"/>
              </a:tabLst>
            </a:pPr>
            <a:r>
              <a:rPr dirty="0" sz="800" spc="-10" b="1">
                <a:solidFill>
                  <a:srgbClr val="DBB58A"/>
                </a:solidFill>
                <a:latin typeface="Times New Roman"/>
                <a:cs typeface="Times New Roman"/>
              </a:rPr>
              <a:t>f</a:t>
            </a:r>
            <a:r>
              <a:rPr dirty="0" sz="800" spc="-110" b="1">
                <a:solidFill>
                  <a:srgbClr val="DBB58A"/>
                </a:solidFill>
                <a:latin typeface="Times New Roman"/>
                <a:cs typeface="Times New Roman"/>
              </a:rPr>
              <a:t> </a:t>
            </a:r>
            <a:r>
              <a:rPr dirty="0" sz="800" spc="-25" b="1">
                <a:solidFill>
                  <a:srgbClr val="E1C477"/>
                </a:solidFill>
                <a:latin typeface="Times New Roman"/>
                <a:cs typeface="Times New Roman"/>
              </a:rPr>
              <a:t>191</a:t>
            </a:r>
            <a:r>
              <a:rPr dirty="0" sz="800" b="1">
                <a:solidFill>
                  <a:srgbClr val="E1C477"/>
                </a:solidFill>
                <a:latin typeface="Times New Roman"/>
                <a:cs typeface="Times New Roman"/>
              </a:rPr>
              <a:t>	</a:t>
            </a:r>
            <a:r>
              <a:rPr dirty="0" sz="800" b="1">
                <a:solidFill>
                  <a:srgbClr val="5D895D"/>
                </a:solidFill>
                <a:latin typeface="Times New Roman"/>
                <a:cs typeface="Times New Roman"/>
              </a:rPr>
              <a:t>from</a:t>
            </a:r>
            <a:r>
              <a:rPr dirty="0" sz="800" spc="165" b="1">
                <a:solidFill>
                  <a:srgbClr val="5D895D"/>
                </a:solidFill>
                <a:latin typeface="Times New Roman"/>
                <a:cs typeface="Times New Roman"/>
              </a:rPr>
              <a:t> </a:t>
            </a:r>
            <a:r>
              <a:rPr dirty="0" sz="800" b="1">
                <a:solidFill>
                  <a:srgbClr val="7C7C7C"/>
                </a:solidFill>
                <a:latin typeface="Times New Roman"/>
                <a:cs typeface="Times New Roman"/>
              </a:rPr>
              <a:t>PIL</a:t>
            </a:r>
            <a:r>
              <a:rPr dirty="0" sz="800" spc="125" b="1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dirty="0" sz="800" spc="-105" b="1">
                <a:solidFill>
                  <a:srgbClr val="779C79"/>
                </a:solidFill>
                <a:latin typeface="Times New Roman"/>
                <a:cs typeface="Times New Roman"/>
              </a:rPr>
              <a:t>1</a:t>
            </a:r>
            <a:r>
              <a:rPr dirty="0" sz="800" spc="-105" b="1">
                <a:solidFill>
                  <a:srgbClr val="5D895D"/>
                </a:solidFill>
                <a:latin typeface="Times New Roman"/>
                <a:cs typeface="Times New Roman"/>
              </a:rPr>
              <a:t>111por-</a:t>
            </a:r>
            <a:r>
              <a:rPr dirty="0" sz="800" b="1">
                <a:solidFill>
                  <a:srgbClr val="5D895D"/>
                </a:solidFill>
                <a:latin typeface="Times New Roman"/>
                <a:cs typeface="Times New Roman"/>
              </a:rPr>
              <a:t>t</a:t>
            </a:r>
            <a:r>
              <a:rPr dirty="0" sz="800" spc="350" b="1">
                <a:solidFill>
                  <a:srgbClr val="5D895D"/>
                </a:solidFill>
                <a:latin typeface="Times New Roman"/>
                <a:cs typeface="Times New Roman"/>
              </a:rPr>
              <a:t> </a:t>
            </a:r>
            <a:r>
              <a:rPr dirty="0" sz="800" spc="50" b="1">
                <a:solidFill>
                  <a:srgbClr val="7C7C7C"/>
                </a:solidFill>
                <a:latin typeface="Times New Roman"/>
                <a:cs typeface="Times New Roman"/>
              </a:rPr>
              <a:t>I</a:t>
            </a:r>
            <a:r>
              <a:rPr dirty="0" sz="800" spc="50" b="1">
                <a:solidFill>
                  <a:srgbClr val="959393"/>
                </a:solidFill>
                <a:latin typeface="Times New Roman"/>
                <a:cs typeface="Times New Roman"/>
              </a:rPr>
              <a:t>-</a:t>
            </a:r>
            <a:r>
              <a:rPr dirty="0" sz="800" spc="65" b="1">
                <a:solidFill>
                  <a:srgbClr val="959393"/>
                </a:solidFill>
                <a:latin typeface="Times New Roman"/>
                <a:cs typeface="Times New Roman"/>
              </a:rPr>
              <a:t>a</a:t>
            </a:r>
            <a:r>
              <a:rPr dirty="0" sz="800" spc="65" b="1">
                <a:solidFill>
                  <a:srgbClr val="7C7C7C"/>
                </a:solidFill>
                <a:latin typeface="Times New Roman"/>
                <a:cs typeface="Times New Roman"/>
              </a:rPr>
              <a:t>gc</a:t>
            </a:r>
            <a:r>
              <a:rPr dirty="0" sz="800" spc="65" b="1">
                <a:solidFill>
                  <a:srgbClr val="4B4B4B"/>
                </a:solidFill>
                <a:latin typeface="Times New Roman"/>
                <a:cs typeface="Times New Roman"/>
              </a:rPr>
              <a:t>'</a:t>
            </a:r>
            <a:r>
              <a:rPr dirty="0" sz="800" spc="300" b="1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800" spc="65" b="1">
                <a:solidFill>
                  <a:srgbClr val="7C7C7C"/>
                </a:solidFill>
                <a:latin typeface="Times New Roman"/>
                <a:cs typeface="Times New Roman"/>
              </a:rPr>
              <a:t>�gt</a:t>
            </a:r>
            <a:r>
              <a:rPr dirty="0" sz="800" spc="65" b="1">
                <a:solidFill>
                  <a:srgbClr val="666462"/>
                </a:solidFill>
                <a:latin typeface="Times New Roman"/>
                <a:cs typeface="Times New Roman"/>
              </a:rPr>
              <a:t>Or</a:t>
            </a:r>
            <a:r>
              <a:rPr dirty="0" sz="800" spc="65" b="1">
                <a:solidFill>
                  <a:srgbClr val="7C7C7C"/>
                </a:solidFill>
                <a:latin typeface="Times New Roman"/>
                <a:cs typeface="Times New Roman"/>
              </a:rPr>
              <a:t>aw</a:t>
            </a:r>
            <a:endParaRPr sz="800">
              <a:latin typeface="Times New Roman"/>
              <a:cs typeface="Times New Roman"/>
            </a:endParaRPr>
          </a:p>
          <a:p>
            <a:pPr marL="421640">
              <a:lnSpc>
                <a:spcPct val="100000"/>
              </a:lnSpc>
              <a:spcBef>
                <a:spcPts val="70"/>
              </a:spcBef>
            </a:pPr>
            <a:r>
              <a:rPr dirty="0" sz="750" b="1">
                <a:solidFill>
                  <a:srgbClr val="5D895D"/>
                </a:solidFill>
                <a:latin typeface="Arial"/>
                <a:cs typeface="Arial"/>
              </a:rPr>
              <a:t>impor</a:t>
            </a:r>
            <a:r>
              <a:rPr dirty="0" sz="750" b="1">
                <a:solidFill>
                  <a:srgbClr val="779C79"/>
                </a:solidFill>
                <a:latin typeface="Arial"/>
                <a:cs typeface="Arial"/>
              </a:rPr>
              <a:t>t</a:t>
            </a:r>
            <a:r>
              <a:rPr dirty="0" sz="750" spc="375" b="1">
                <a:solidFill>
                  <a:srgbClr val="779C79"/>
                </a:solidFill>
                <a:latin typeface="Arial"/>
                <a:cs typeface="Arial"/>
              </a:rPr>
              <a:t> </a:t>
            </a:r>
            <a:r>
              <a:rPr dirty="0" sz="750" spc="-10" b="1">
                <a:solidFill>
                  <a:srgbClr val="7C7C7C"/>
                </a:solidFill>
                <a:latin typeface="Arial"/>
                <a:cs typeface="Arial"/>
              </a:rPr>
              <a:t>boto3</a:t>
            </a:r>
            <a:endParaRPr sz="750">
              <a:latin typeface="Arial"/>
              <a:cs typeface="Arial"/>
            </a:endParaRPr>
          </a:p>
          <a:p>
            <a:pPr marL="426720">
              <a:lnSpc>
                <a:spcPct val="100000"/>
              </a:lnSpc>
              <a:spcBef>
                <a:spcPts val="180"/>
              </a:spcBef>
            </a:pPr>
            <a:r>
              <a:rPr dirty="0" sz="800" b="1">
                <a:solidFill>
                  <a:srgbClr val="5D895D"/>
                </a:solidFill>
                <a:latin typeface="Times New Roman"/>
                <a:cs typeface="Times New Roman"/>
              </a:rPr>
              <a:t>import</a:t>
            </a:r>
            <a:r>
              <a:rPr dirty="0" sz="800" spc="365" b="1">
                <a:solidFill>
                  <a:srgbClr val="5D895D"/>
                </a:solidFill>
                <a:latin typeface="Times New Roman"/>
                <a:cs typeface="Times New Roman"/>
              </a:rPr>
              <a:t> </a:t>
            </a:r>
            <a:r>
              <a:rPr dirty="0" sz="800" spc="50" b="1">
                <a:solidFill>
                  <a:srgbClr val="7C7C7C"/>
                </a:solidFill>
                <a:latin typeface="Times New Roman"/>
                <a:cs typeface="Times New Roman"/>
              </a:rPr>
              <a:t>l</a:t>
            </a:r>
            <a:r>
              <a:rPr dirty="0" sz="800" spc="50" b="1">
                <a:solidFill>
                  <a:srgbClr val="666462"/>
                </a:solidFill>
                <a:latin typeface="Times New Roman"/>
                <a:cs typeface="Times New Roman"/>
              </a:rPr>
              <a:t>o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94508" y="7833728"/>
            <a:ext cx="137604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14" b="1" i="1">
                <a:solidFill>
                  <a:srgbClr val="9CACAA"/>
                </a:solidFill>
                <a:latin typeface="Arial"/>
                <a:cs typeface="Arial"/>
              </a:rPr>
              <a:t>11</a:t>
            </a:r>
            <a:r>
              <a:rPr dirty="0" sz="750" spc="30" b="1" i="1">
                <a:solidFill>
                  <a:srgbClr val="9CACAA"/>
                </a:solidFill>
                <a:latin typeface="Arial"/>
                <a:cs typeface="Arial"/>
              </a:rPr>
              <a:t> </a:t>
            </a:r>
            <a:r>
              <a:rPr dirty="0" sz="750" b="1" i="1">
                <a:solidFill>
                  <a:srgbClr val="9CACAA"/>
                </a:solidFill>
                <a:latin typeface="Arial"/>
                <a:cs typeface="Arial"/>
              </a:rPr>
              <a:t>Creoctt</a:t>
            </a:r>
            <a:r>
              <a:rPr dirty="0" sz="750" spc="120" b="1" i="1">
                <a:solidFill>
                  <a:srgbClr val="9CACAA"/>
                </a:solidFill>
                <a:latin typeface="Arial"/>
                <a:cs typeface="Arial"/>
              </a:rPr>
              <a:t> </a:t>
            </a:r>
            <a:r>
              <a:rPr dirty="0" sz="750" b="1" i="1">
                <a:solidFill>
                  <a:srgbClr val="9CACAA"/>
                </a:solidFill>
                <a:latin typeface="Arial"/>
                <a:cs typeface="Arial"/>
              </a:rPr>
              <a:t>ori</a:t>
            </a:r>
            <a:r>
              <a:rPr dirty="0" sz="750" spc="120" b="1" i="1">
                <a:solidFill>
                  <a:srgbClr val="9CACAA"/>
                </a:solidFill>
                <a:latin typeface="Arial"/>
                <a:cs typeface="Arial"/>
              </a:rPr>
              <a:t> </a:t>
            </a:r>
            <a:r>
              <a:rPr dirty="0" sz="750" spc="-30" b="1" i="1">
                <a:solidFill>
                  <a:srgbClr val="9CACAA"/>
                </a:solidFill>
                <a:latin typeface="Arial"/>
                <a:cs typeface="Arial"/>
              </a:rPr>
              <a:t>exO!llpl�</a:t>
            </a:r>
            <a:r>
              <a:rPr dirty="0" sz="750" spc="30" b="1" i="1">
                <a:solidFill>
                  <a:srgbClr val="9CACAA"/>
                </a:solidFill>
                <a:latin typeface="Arial"/>
                <a:cs typeface="Arial"/>
              </a:rPr>
              <a:t> </a:t>
            </a:r>
            <a:r>
              <a:rPr dirty="0" sz="700" spc="-70" b="1" i="1">
                <a:solidFill>
                  <a:srgbClr val="9CACAA"/>
                </a:solidFill>
                <a:latin typeface="Arial"/>
                <a:cs typeface="Arial"/>
              </a:rPr>
              <a:t>to,,a.91</a:t>
            </a:r>
            <a:r>
              <a:rPr dirty="0" sz="700" spc="-70" b="1" i="1">
                <a:solidFill>
                  <a:srgbClr val="9CACAA"/>
                </a:solidFill>
                <a:latin typeface="Arial"/>
                <a:cs typeface="Arial"/>
              </a:rPr>
              <a:t>:</a:t>
            </a:r>
            <a:endParaRPr sz="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98768" y="7948552"/>
            <a:ext cx="2774315" cy="163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105" b="1">
                <a:solidFill>
                  <a:srgbClr val="7C7C7C"/>
                </a:solidFill>
                <a:latin typeface="Courier New"/>
                <a:cs typeface="Courier New"/>
              </a:rPr>
              <a:t>i</a:t>
            </a:r>
            <a:r>
              <a:rPr dirty="0" sz="900" spc="-105" b="1">
                <a:solidFill>
                  <a:srgbClr val="666462"/>
                </a:solidFill>
                <a:latin typeface="Courier New"/>
                <a:cs typeface="Courier New"/>
              </a:rPr>
              <a:t>m</a:t>
            </a:r>
            <a:r>
              <a:rPr dirty="0" sz="900" spc="-105" b="1">
                <a:solidFill>
                  <a:srgbClr val="7C7C7C"/>
                </a:solidFill>
                <a:latin typeface="Courier New"/>
                <a:cs typeface="Courier New"/>
              </a:rPr>
              <a:t>age</a:t>
            </a:r>
            <a:r>
              <a:rPr dirty="0" sz="900" spc="-260" b="1">
                <a:solidFill>
                  <a:srgbClr val="7C7C7C"/>
                </a:solidFill>
                <a:latin typeface="Courier New"/>
                <a:cs typeface="Courier New"/>
              </a:rPr>
              <a:t> </a:t>
            </a:r>
            <a:r>
              <a:rPr dirty="0" sz="900" spc="-105" b="1">
                <a:solidFill>
                  <a:srgbClr val="9080A1"/>
                </a:solidFill>
                <a:latin typeface="Courier New"/>
                <a:cs typeface="Courier New"/>
              </a:rPr>
              <a:t>•</a:t>
            </a:r>
            <a:r>
              <a:rPr dirty="0" sz="900" spc="-90" b="1">
                <a:solidFill>
                  <a:srgbClr val="9080A1"/>
                </a:solidFill>
                <a:latin typeface="Courier New"/>
                <a:cs typeface="Courier New"/>
              </a:rPr>
              <a:t> </a:t>
            </a:r>
            <a:r>
              <a:rPr dirty="0" sz="900" spc="-105" b="1">
                <a:solidFill>
                  <a:srgbClr val="7C7C7C"/>
                </a:solidFill>
                <a:latin typeface="Courier New"/>
                <a:cs typeface="Courier New"/>
              </a:rPr>
              <a:t>Ima</a:t>
            </a:r>
            <a:r>
              <a:rPr dirty="0" sz="900" spc="-105" b="1">
                <a:solidFill>
                  <a:srgbClr val="666462"/>
                </a:solidFill>
                <a:latin typeface="Courier New"/>
                <a:cs typeface="Courier New"/>
              </a:rPr>
              <a:t>g</a:t>
            </a:r>
            <a:r>
              <a:rPr dirty="0" sz="900" spc="-105" b="1">
                <a:solidFill>
                  <a:srgbClr val="7C7C7C"/>
                </a:solidFill>
                <a:latin typeface="Courier New"/>
                <a:cs typeface="Courier New"/>
              </a:rPr>
              <a:t>e</a:t>
            </a:r>
            <a:r>
              <a:rPr dirty="0" sz="900" spc="-105" b="1">
                <a:solidFill>
                  <a:srgbClr val="4B4B4B"/>
                </a:solidFill>
                <a:latin typeface="Courier New"/>
                <a:cs typeface="Courier New"/>
              </a:rPr>
              <a:t>,</a:t>
            </a:r>
            <a:r>
              <a:rPr dirty="0" sz="900" spc="-105" b="1">
                <a:solidFill>
                  <a:srgbClr val="6B83A1"/>
                </a:solidFill>
                <a:latin typeface="Courier New"/>
                <a:cs typeface="Courier New"/>
              </a:rPr>
              <a:t>n</a:t>
            </a:r>
            <a:r>
              <a:rPr dirty="0" sz="900" spc="-105" b="1">
                <a:solidFill>
                  <a:srgbClr val="839AB5"/>
                </a:solidFill>
                <a:latin typeface="Courier New"/>
                <a:cs typeface="Courier New"/>
              </a:rPr>
              <a:t>e</a:t>
            </a:r>
            <a:r>
              <a:rPr dirty="0" sz="900" spc="-105" b="1">
                <a:solidFill>
                  <a:srgbClr val="6B83A1"/>
                </a:solidFill>
                <a:latin typeface="Courier New"/>
                <a:cs typeface="Courier New"/>
              </a:rPr>
              <a:t>w</a:t>
            </a:r>
            <a:r>
              <a:rPr dirty="0" sz="900" spc="-105" b="1">
                <a:solidFill>
                  <a:srgbClr val="7C7C7C"/>
                </a:solidFill>
                <a:latin typeface="Courier New"/>
                <a:cs typeface="Courier New"/>
              </a:rPr>
              <a:t>(</a:t>
            </a:r>
            <a:r>
              <a:rPr dirty="0" sz="900" spc="-105" b="1">
                <a:solidFill>
                  <a:srgbClr val="959393"/>
                </a:solidFill>
                <a:latin typeface="Courier New"/>
                <a:cs typeface="Courier New"/>
              </a:rPr>
              <a:t>'</a:t>
            </a:r>
            <a:r>
              <a:rPr dirty="0" sz="900" spc="-105" b="1">
                <a:solidFill>
                  <a:srgbClr val="A5747C"/>
                </a:solidFill>
                <a:latin typeface="Courier New"/>
                <a:cs typeface="Courier New"/>
              </a:rPr>
              <a:t>R</a:t>
            </a:r>
            <a:r>
              <a:rPr dirty="0" sz="900" spc="-105" b="1">
                <a:solidFill>
                  <a:srgbClr val="AF8C8E"/>
                </a:solidFill>
                <a:latin typeface="Courier New"/>
                <a:cs typeface="Courier New"/>
              </a:rPr>
              <a:t>G</a:t>
            </a:r>
            <a:r>
              <a:rPr dirty="0" sz="900" spc="-105" b="1">
                <a:solidFill>
                  <a:srgbClr val="A5747C"/>
                </a:solidFill>
                <a:latin typeface="Courier New"/>
                <a:cs typeface="Courier New"/>
              </a:rPr>
              <a:t>B</a:t>
            </a:r>
            <a:r>
              <a:rPr dirty="0" sz="900" spc="-105" b="1">
                <a:solidFill>
                  <a:srgbClr val="AF8C8E"/>
                </a:solidFill>
                <a:latin typeface="Courier New"/>
                <a:cs typeface="Courier New"/>
              </a:rPr>
              <a:t>'</a:t>
            </a:r>
            <a:r>
              <a:rPr dirty="0" sz="900" spc="-105" b="1">
                <a:solidFill>
                  <a:srgbClr val="666462"/>
                </a:solidFill>
                <a:latin typeface="Courier New"/>
                <a:cs typeface="Courier New"/>
              </a:rPr>
              <a:t>,</a:t>
            </a:r>
            <a:r>
              <a:rPr dirty="0" sz="900" spc="-105" b="1">
                <a:solidFill>
                  <a:srgbClr val="7C7C7C"/>
                </a:solidFill>
                <a:latin typeface="Courier New"/>
                <a:cs typeface="Courier New"/>
              </a:rPr>
              <a:t>(280,</a:t>
            </a:r>
            <a:r>
              <a:rPr dirty="0" sz="900" spc="-155" b="1">
                <a:solidFill>
                  <a:srgbClr val="7C7C7C"/>
                </a:solidFill>
                <a:latin typeface="Courier New"/>
                <a:cs typeface="Courier New"/>
              </a:rPr>
              <a:t> </a:t>
            </a:r>
            <a:r>
              <a:rPr dirty="0" sz="900" spc="-85" b="1">
                <a:solidFill>
                  <a:srgbClr val="779C79"/>
                </a:solidFill>
                <a:latin typeface="Courier New"/>
                <a:cs typeface="Courier New"/>
              </a:rPr>
              <a:t>100</a:t>
            </a:r>
            <a:r>
              <a:rPr dirty="0" sz="900" spc="-85" b="1">
                <a:solidFill>
                  <a:srgbClr val="7C7C7C"/>
                </a:solidFill>
                <a:latin typeface="Courier New"/>
                <a:cs typeface="Courier New"/>
              </a:rPr>
              <a:t>)</a:t>
            </a:r>
            <a:r>
              <a:rPr dirty="0" sz="900" spc="-85" b="1">
                <a:solidFill>
                  <a:srgbClr val="4B4B4B"/>
                </a:solidFill>
                <a:latin typeface="Courier New"/>
                <a:cs typeface="Courier New"/>
              </a:rPr>
              <a:t>,</a:t>
            </a:r>
            <a:r>
              <a:rPr dirty="0" sz="900" spc="-245" b="1">
                <a:solidFill>
                  <a:srgbClr val="4B4B4B"/>
                </a:solidFill>
                <a:latin typeface="Courier New"/>
                <a:cs typeface="Courier New"/>
              </a:rPr>
              <a:t> </a:t>
            </a:r>
            <a:r>
              <a:rPr dirty="0" sz="900" spc="-90" b="1">
                <a:solidFill>
                  <a:srgbClr val="4B4B4B"/>
                </a:solidFill>
                <a:latin typeface="Courier New"/>
                <a:cs typeface="Courier New"/>
              </a:rPr>
              <a:t>c</a:t>
            </a:r>
            <a:r>
              <a:rPr dirty="0" sz="900" spc="-90" b="1">
                <a:solidFill>
                  <a:srgbClr val="7C7C7C"/>
                </a:solidFill>
                <a:latin typeface="Courier New"/>
                <a:cs typeface="Courier New"/>
              </a:rPr>
              <a:t>olor</a:t>
            </a:r>
            <a:r>
              <a:rPr dirty="0" sz="900" spc="-90" b="1">
                <a:solidFill>
                  <a:srgbClr val="9080A1"/>
                </a:solidFill>
                <a:latin typeface="Courier New"/>
                <a:cs typeface="Courier New"/>
              </a:rPr>
              <a:t>•'</a:t>
            </a:r>
            <a:r>
              <a:rPr dirty="0" sz="900" spc="-90" b="1">
                <a:solidFill>
                  <a:srgbClr val="AF8C8E"/>
                </a:solidFill>
                <a:latin typeface="Courier New"/>
                <a:cs typeface="Courier New"/>
              </a:rPr>
              <a:t>white</a:t>
            </a:r>
            <a:r>
              <a:rPr dirty="0" sz="900" spc="-90" b="1">
                <a:solidFill>
                  <a:srgbClr val="959393"/>
                </a:solidFill>
                <a:latin typeface="Courier New"/>
                <a:cs typeface="Courier New"/>
              </a:rPr>
              <a:t>'</a:t>
            </a:r>
            <a:r>
              <a:rPr dirty="0" sz="900" spc="-90" b="1">
                <a:solidFill>
                  <a:srgbClr val="7C7C7C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89517" y="6481366"/>
            <a:ext cx="213550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i="1">
                <a:solidFill>
                  <a:srgbClr val="343434"/>
                </a:solidFill>
                <a:latin typeface="Arial"/>
                <a:cs typeface="Arial"/>
              </a:rPr>
              <a:t>lab</a:t>
            </a:r>
            <a:r>
              <a:rPr dirty="0" sz="1150" i="1">
                <a:solidFill>
                  <a:srgbClr val="0C0C0C"/>
                </a:solidFill>
                <a:latin typeface="Arial"/>
                <a:cs typeface="Arial"/>
              </a:rPr>
              <a:t>-</a:t>
            </a:r>
            <a:r>
              <a:rPr dirty="0" sz="1150" spc="-10" i="1">
                <a:solidFill>
                  <a:srgbClr val="343434"/>
                </a:solidFill>
                <a:latin typeface="Arial"/>
                <a:cs typeface="Arial"/>
              </a:rPr>
              <a:t>input</a:t>
            </a:r>
            <a:r>
              <a:rPr dirty="0" sz="1150" spc="-10" i="1">
                <a:solidFill>
                  <a:srgbClr val="1A1F1F"/>
                </a:solidFill>
                <a:latin typeface="Arial"/>
                <a:cs typeface="Arial"/>
              </a:rPr>
              <a:t>-</a:t>
            </a:r>
            <a:r>
              <a:rPr dirty="0" sz="1150" spc="-10" i="1">
                <a:solidFill>
                  <a:srgbClr val="343434"/>
                </a:solidFill>
                <a:latin typeface="Arial"/>
                <a:cs typeface="Arial"/>
              </a:rPr>
              <a:t>bucket</a:t>
            </a:r>
            <a:r>
              <a:rPr dirty="0" sz="1150" spc="-10" i="1">
                <a:solidFill>
                  <a:srgbClr val="1A1F1F"/>
                </a:solidFill>
                <a:latin typeface="Arial"/>
                <a:cs typeface="Arial"/>
              </a:rPr>
              <a:t>-</a:t>
            </a:r>
            <a:r>
              <a:rPr dirty="0" sz="1150" spc="-10" i="1">
                <a:solidFill>
                  <a:srgbClr val="4B4B4B"/>
                </a:solidFill>
                <a:latin typeface="Arial"/>
                <a:cs typeface="Arial"/>
              </a:rPr>
              <a:t>[YOUR</a:t>
            </a:r>
            <a:r>
              <a:rPr dirty="0" sz="1150" spc="-10" i="1">
                <a:solidFill>
                  <a:srgbClr val="1A1F1F"/>
                </a:solidFill>
                <a:latin typeface="Arial"/>
                <a:cs typeface="Arial"/>
              </a:rPr>
              <a:t>-</a:t>
            </a:r>
            <a:r>
              <a:rPr dirty="0" sz="1150" spc="-10" i="1">
                <a:solidFill>
                  <a:srgbClr val="343434"/>
                </a:solidFill>
                <a:latin typeface="Arial"/>
                <a:cs typeface="Arial"/>
              </a:rPr>
              <a:t>NAM</a:t>
            </a:r>
            <a:r>
              <a:rPr dirty="0" sz="1150" spc="-10" i="1">
                <a:solidFill>
                  <a:srgbClr val="1A1F1F"/>
                </a:solidFill>
                <a:latin typeface="Arial"/>
                <a:cs typeface="Arial"/>
              </a:rPr>
              <a:t>E</a:t>
            </a:r>
            <a:r>
              <a:rPr dirty="0" sz="1150" spc="-10" i="1">
                <a:solidFill>
                  <a:srgbClr val="4B4B4B"/>
                </a:solidFill>
                <a:latin typeface="Arial"/>
                <a:cs typeface="Arial"/>
              </a:rPr>
              <a:t>J</a:t>
            </a:r>
            <a:endParaRPr sz="11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83761" y="7001259"/>
            <a:ext cx="138557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heavy" sz="2100" spc="590">
                <a:solidFill>
                  <a:srgbClr val="666462"/>
                </a:solidFill>
                <a:uFill>
                  <a:solidFill>
                    <a:srgbClr val="666462"/>
                  </a:solidFill>
                </a:uFill>
                <a:latin typeface="Arial"/>
                <a:cs typeface="Arial"/>
              </a:rPr>
              <a:t>'-</a:t>
            </a:r>
            <a:r>
              <a:rPr dirty="0" u="heavy" sz="2100" spc="755">
                <a:solidFill>
                  <a:srgbClr val="666462"/>
                </a:solidFill>
                <a:uFill>
                  <a:solidFill>
                    <a:srgbClr val="666462"/>
                  </a:solidFill>
                </a:uFill>
                <a:latin typeface="Arial"/>
                <a:cs typeface="Arial"/>
              </a:rPr>
              <a:t>----</a:t>
            </a:r>
            <a:r>
              <a:rPr dirty="0" u="heavy" sz="2100" spc="1280">
                <a:solidFill>
                  <a:srgbClr val="666462"/>
                </a:solidFill>
                <a:uFill>
                  <a:solidFill>
                    <a:srgbClr val="666462"/>
                  </a:solidFill>
                </a:uFill>
                <a:latin typeface="Arial"/>
                <a:cs typeface="Arial"/>
              </a:rPr>
              <a:t>&gt;</a:t>
            </a:r>
            <a:endParaRPr sz="2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54118" y="8034752"/>
            <a:ext cx="986790" cy="36131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230504">
              <a:lnSpc>
                <a:spcPct val="100000"/>
              </a:lnSpc>
              <a:spcBef>
                <a:spcPts val="175"/>
              </a:spcBef>
            </a:pPr>
            <a:r>
              <a:rPr dirty="0" sz="900" spc="930">
                <a:solidFill>
                  <a:srgbClr val="11313A"/>
                </a:solidFill>
                <a:latin typeface="Times New Roman"/>
                <a:cs typeface="Times New Roman"/>
              </a:rPr>
              <a:t>�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i="1">
                <a:solidFill>
                  <a:srgbClr val="343434"/>
                </a:solidFill>
                <a:latin typeface="Arial"/>
                <a:cs typeface="Arial"/>
              </a:rPr>
              <a:t>lab</a:t>
            </a:r>
            <a:r>
              <a:rPr dirty="0" sz="1150" i="1">
                <a:solidFill>
                  <a:srgbClr val="0C0C0C"/>
                </a:solidFill>
                <a:latin typeface="Arial"/>
                <a:cs typeface="Arial"/>
              </a:rPr>
              <a:t>-</a:t>
            </a:r>
            <a:r>
              <a:rPr dirty="0" sz="1150" spc="-10" i="1">
                <a:solidFill>
                  <a:srgbClr val="343434"/>
                </a:solidFill>
                <a:latin typeface="Arial"/>
                <a:cs typeface="Arial"/>
              </a:rPr>
              <a:t>image</a:t>
            </a:r>
            <a:r>
              <a:rPr dirty="0" sz="1150" spc="-10" i="1">
                <a:solidFill>
                  <a:srgbClr val="0C0C0C"/>
                </a:solidFill>
                <a:latin typeface="Arial"/>
                <a:cs typeface="Arial"/>
              </a:rPr>
              <a:t>.</a:t>
            </a:r>
            <a:r>
              <a:rPr dirty="0" sz="1150" spc="-10" i="1">
                <a:solidFill>
                  <a:srgbClr val="343434"/>
                </a:solidFill>
                <a:latin typeface="Arial"/>
                <a:cs typeface="Arial"/>
              </a:rPr>
              <a:t>png</a:t>
            </a:r>
            <a:endParaRPr sz="11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70837" y="6532398"/>
            <a:ext cx="1454150" cy="1082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900" spc="2895">
                <a:solidFill>
                  <a:srgbClr val="599934"/>
                </a:solidFill>
                <a:latin typeface="Arial"/>
                <a:cs typeface="Arial"/>
              </a:rPr>
              <a:t>IJ</a:t>
            </a:r>
            <a:endParaRPr sz="6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43255" y="7438226"/>
            <a:ext cx="705485" cy="421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435"/>
              </a:lnSpc>
              <a:spcBef>
                <a:spcPts val="105"/>
              </a:spcBef>
            </a:pPr>
            <a:r>
              <a:rPr dirty="0" sz="1300" spc="80">
                <a:solidFill>
                  <a:srgbClr val="4B4B4B"/>
                </a:solidFill>
                <a:latin typeface="Arial"/>
                <a:cs typeface="Arial"/>
              </a:rPr>
              <a:t>Amazon</a:t>
            </a:r>
            <a:endParaRPr sz="1300">
              <a:latin typeface="Arial"/>
              <a:cs typeface="Arial"/>
            </a:endParaRPr>
          </a:p>
          <a:p>
            <a:pPr algn="ctr" marR="8255">
              <a:lnSpc>
                <a:spcPts val="1675"/>
              </a:lnSpc>
            </a:pPr>
            <a:r>
              <a:rPr dirty="0" sz="1500" spc="70" b="1">
                <a:solidFill>
                  <a:srgbClr val="4B4B4B"/>
                </a:solidFill>
                <a:latin typeface="Times New Roman"/>
                <a:cs typeface="Times New Roman"/>
              </a:rPr>
              <a:t>S3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336179" y="6471796"/>
            <a:ext cx="125476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i="1">
                <a:solidFill>
                  <a:srgbClr val="343434"/>
                </a:solidFill>
                <a:latin typeface="Arial"/>
                <a:cs typeface="Arial"/>
              </a:rPr>
              <a:t>lab</a:t>
            </a:r>
            <a:r>
              <a:rPr dirty="0" sz="1150" i="1">
                <a:solidFill>
                  <a:srgbClr val="0C0C0C"/>
                </a:solidFill>
                <a:latin typeface="Arial"/>
                <a:cs typeface="Arial"/>
              </a:rPr>
              <a:t>-</a:t>
            </a:r>
            <a:r>
              <a:rPr dirty="0" sz="1150" i="1">
                <a:solidFill>
                  <a:srgbClr val="4B4B4B"/>
                </a:solidFill>
                <a:latin typeface="Arial"/>
                <a:cs typeface="Arial"/>
              </a:rPr>
              <a:t>image</a:t>
            </a:r>
            <a:r>
              <a:rPr dirty="0" sz="1150" i="1">
                <a:solidFill>
                  <a:srgbClr val="1A1F1F"/>
                </a:solidFill>
                <a:latin typeface="Arial"/>
                <a:cs typeface="Arial"/>
              </a:rPr>
              <a:t>-</a:t>
            </a:r>
            <a:r>
              <a:rPr dirty="0" sz="1150" spc="-10" i="1">
                <a:solidFill>
                  <a:srgbClr val="343434"/>
                </a:solidFill>
                <a:latin typeface="Arial"/>
                <a:cs typeface="Arial"/>
              </a:rPr>
              <a:t>lambda</a:t>
            </a:r>
            <a:endParaRPr sz="11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561485" y="6490934"/>
            <a:ext cx="223075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i="1">
                <a:solidFill>
                  <a:srgbClr val="343434"/>
                </a:solidFill>
                <a:latin typeface="Arial"/>
                <a:cs typeface="Arial"/>
              </a:rPr>
              <a:t>lab-output</a:t>
            </a:r>
            <a:r>
              <a:rPr dirty="0" sz="1150" i="1">
                <a:solidFill>
                  <a:srgbClr val="1A1F1F"/>
                </a:solidFill>
                <a:latin typeface="Arial"/>
                <a:cs typeface="Arial"/>
              </a:rPr>
              <a:t>-</a:t>
            </a:r>
            <a:r>
              <a:rPr dirty="0" sz="1150" i="1">
                <a:solidFill>
                  <a:srgbClr val="343434"/>
                </a:solidFill>
                <a:latin typeface="Arial"/>
                <a:cs typeface="Arial"/>
              </a:rPr>
              <a:t>bucket</a:t>
            </a:r>
            <a:r>
              <a:rPr dirty="0" sz="1150" i="1">
                <a:solidFill>
                  <a:srgbClr val="0C0C0C"/>
                </a:solidFill>
                <a:latin typeface="Arial"/>
                <a:cs typeface="Arial"/>
              </a:rPr>
              <a:t>-</a:t>
            </a:r>
            <a:r>
              <a:rPr dirty="0" sz="1150" i="1">
                <a:solidFill>
                  <a:srgbClr val="4B4B4B"/>
                </a:solidFill>
                <a:latin typeface="Arial"/>
                <a:cs typeface="Arial"/>
              </a:rPr>
              <a:t>[YOUR</a:t>
            </a:r>
            <a:r>
              <a:rPr dirty="0" sz="1150" i="1">
                <a:solidFill>
                  <a:srgbClr val="1A1F1F"/>
                </a:solidFill>
                <a:latin typeface="Arial"/>
                <a:cs typeface="Arial"/>
              </a:rPr>
              <a:t>-</a:t>
            </a:r>
            <a:r>
              <a:rPr dirty="0" sz="1150" spc="-20" i="1">
                <a:solidFill>
                  <a:srgbClr val="343434"/>
                </a:solidFill>
                <a:latin typeface="Arial"/>
                <a:cs typeface="Arial"/>
              </a:rPr>
              <a:t>NAM</a:t>
            </a:r>
            <a:r>
              <a:rPr dirty="0" sz="1150" spc="-20" i="1">
                <a:solidFill>
                  <a:srgbClr val="1A1F1F"/>
                </a:solidFill>
                <a:latin typeface="Arial"/>
                <a:cs typeface="Arial"/>
              </a:rPr>
              <a:t>E</a:t>
            </a:r>
            <a:r>
              <a:rPr dirty="0" sz="1150" spc="-20" i="1">
                <a:solidFill>
                  <a:srgbClr val="343434"/>
                </a:solidFill>
                <a:latin typeface="Arial"/>
                <a:cs typeface="Arial"/>
              </a:rPr>
              <a:t>J</a:t>
            </a:r>
            <a:endParaRPr sz="11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614482" y="7409520"/>
            <a:ext cx="658495" cy="3956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3815">
              <a:lnSpc>
                <a:spcPts val="1485"/>
              </a:lnSpc>
              <a:spcBef>
                <a:spcPts val="105"/>
              </a:spcBef>
            </a:pPr>
            <a:r>
              <a:rPr dirty="0" sz="1300" spc="-1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dirty="0" sz="1300" spc="-10">
                <a:solidFill>
                  <a:srgbClr val="666462"/>
                </a:solidFill>
                <a:latin typeface="Arial"/>
                <a:cs typeface="Arial"/>
              </a:rPr>
              <a:t>mazo</a:t>
            </a:r>
            <a:r>
              <a:rPr dirty="0" sz="1300" spc="-10">
                <a:solidFill>
                  <a:srgbClr val="343434"/>
                </a:solidFill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ts val="1425"/>
              </a:lnSpc>
            </a:pPr>
            <a:r>
              <a:rPr dirty="0" sz="1250" spc="-10" b="1">
                <a:solidFill>
                  <a:srgbClr val="1A1F1F"/>
                </a:solidFill>
                <a:latin typeface="Arial"/>
                <a:cs typeface="Arial"/>
              </a:rPr>
              <a:t>Lambd</a:t>
            </a:r>
            <a:r>
              <a:rPr dirty="0" sz="1250" spc="-10" b="1">
                <a:solidFill>
                  <a:srgbClr val="343434"/>
                </a:solidFill>
                <a:latin typeface="Arial"/>
                <a:cs typeface="Arial"/>
              </a:rPr>
              <a:t>a</a:t>
            </a:r>
            <a:endParaRPr sz="12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171448" y="6532398"/>
            <a:ext cx="729615" cy="1082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900" spc="55">
                <a:solidFill>
                  <a:srgbClr val="599934"/>
                </a:solidFill>
                <a:latin typeface="Arial"/>
                <a:cs typeface="Arial"/>
              </a:rPr>
              <a:t>IJ</a:t>
            </a:r>
            <a:endParaRPr sz="6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243876" y="7438226"/>
            <a:ext cx="697230" cy="421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435"/>
              </a:lnSpc>
              <a:spcBef>
                <a:spcPts val="105"/>
              </a:spcBef>
            </a:pPr>
            <a:r>
              <a:rPr dirty="0" sz="1300" spc="65">
                <a:solidFill>
                  <a:srgbClr val="4B4B4B"/>
                </a:solidFill>
                <a:latin typeface="Arial"/>
                <a:cs typeface="Arial"/>
              </a:rPr>
              <a:t>Am</a:t>
            </a:r>
            <a:r>
              <a:rPr dirty="0" sz="1300" spc="65">
                <a:solidFill>
                  <a:srgbClr val="666462"/>
                </a:solidFill>
                <a:latin typeface="Arial"/>
                <a:cs typeface="Arial"/>
              </a:rPr>
              <a:t>a</a:t>
            </a:r>
            <a:r>
              <a:rPr dirty="0" sz="1300" spc="65">
                <a:solidFill>
                  <a:srgbClr val="4B4B4B"/>
                </a:solidFill>
                <a:latin typeface="Arial"/>
                <a:cs typeface="Arial"/>
              </a:rPr>
              <a:t>zon</a:t>
            </a:r>
            <a:endParaRPr sz="1300">
              <a:latin typeface="Arial"/>
              <a:cs typeface="Arial"/>
            </a:endParaRPr>
          </a:p>
          <a:p>
            <a:pPr algn="ctr" marR="3810">
              <a:lnSpc>
                <a:spcPts val="1675"/>
              </a:lnSpc>
            </a:pPr>
            <a:r>
              <a:rPr dirty="0" sz="1500" spc="50" b="1">
                <a:solidFill>
                  <a:srgbClr val="4B4B4B"/>
                </a:solidFill>
                <a:latin typeface="Times New Roman"/>
                <a:cs typeface="Times New Roman"/>
              </a:rPr>
              <a:t>S3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142347" y="8213283"/>
            <a:ext cx="96837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i="1">
                <a:solidFill>
                  <a:srgbClr val="4B4B4B"/>
                </a:solidFill>
                <a:latin typeface="Arial"/>
                <a:cs typeface="Arial"/>
              </a:rPr>
              <a:t>lab</a:t>
            </a:r>
            <a:r>
              <a:rPr dirty="0" sz="1150" i="1">
                <a:solidFill>
                  <a:srgbClr val="0C0C0C"/>
                </a:solidFill>
                <a:latin typeface="Arial"/>
                <a:cs typeface="Arial"/>
              </a:rPr>
              <a:t>-</a:t>
            </a:r>
            <a:r>
              <a:rPr dirty="0" sz="1150" spc="-10" i="1">
                <a:solidFill>
                  <a:srgbClr val="343434"/>
                </a:solidFill>
                <a:latin typeface="Arial"/>
                <a:cs typeface="Arial"/>
              </a:rPr>
              <a:t>image</a:t>
            </a:r>
            <a:r>
              <a:rPr dirty="0" sz="1150" spc="-10" i="1">
                <a:solidFill>
                  <a:srgbClr val="0C0C0C"/>
                </a:solidFill>
                <a:latin typeface="Arial"/>
                <a:cs typeface="Arial"/>
              </a:rPr>
              <a:t>.</a:t>
            </a:r>
            <a:r>
              <a:rPr dirty="0" sz="1150" spc="-10" i="1">
                <a:solidFill>
                  <a:srgbClr val="343434"/>
                </a:solidFill>
                <a:latin typeface="Arial"/>
                <a:cs typeface="Arial"/>
              </a:rPr>
              <a:t>png</a:t>
            </a:r>
            <a:endParaRPr sz="11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520461" y="8232421"/>
            <a:ext cx="172275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i="1">
                <a:solidFill>
                  <a:srgbClr val="343434"/>
                </a:solidFill>
                <a:latin typeface="Arial"/>
                <a:cs typeface="Arial"/>
              </a:rPr>
              <a:t>lab</a:t>
            </a:r>
            <a:r>
              <a:rPr dirty="0" sz="1150" i="1">
                <a:solidFill>
                  <a:srgbClr val="1A1F1F"/>
                </a:solidFill>
                <a:latin typeface="Arial"/>
                <a:cs typeface="Arial"/>
              </a:rPr>
              <a:t>-</a:t>
            </a:r>
            <a:r>
              <a:rPr dirty="0" sz="1150" i="1">
                <a:solidFill>
                  <a:srgbClr val="343434"/>
                </a:solidFill>
                <a:latin typeface="Arial"/>
                <a:cs typeface="Arial"/>
              </a:rPr>
              <a:t>image</a:t>
            </a:r>
            <a:r>
              <a:rPr dirty="0" sz="1150" i="1">
                <a:solidFill>
                  <a:srgbClr val="1A1F1F"/>
                </a:solidFill>
                <a:latin typeface="Arial"/>
                <a:cs typeface="Arial"/>
              </a:rPr>
              <a:t>-</a:t>
            </a:r>
            <a:r>
              <a:rPr dirty="0" sz="1150" spc="-10" i="1">
                <a:solidFill>
                  <a:srgbClr val="343434"/>
                </a:solidFill>
                <a:latin typeface="Arial"/>
                <a:cs typeface="Arial"/>
              </a:rPr>
              <a:t>processed</a:t>
            </a:r>
            <a:r>
              <a:rPr dirty="0" sz="1150" spc="-10" i="1">
                <a:solidFill>
                  <a:srgbClr val="0C0C0C"/>
                </a:solidFill>
                <a:latin typeface="Arial"/>
                <a:cs typeface="Arial"/>
              </a:rPr>
              <a:t>.</a:t>
            </a:r>
            <a:r>
              <a:rPr dirty="0" sz="1150" spc="-10" i="1">
                <a:solidFill>
                  <a:srgbClr val="4B4B4B"/>
                </a:solidFill>
                <a:latin typeface="Arial"/>
                <a:cs typeface="Arial"/>
              </a:rPr>
              <a:t>png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2026-05-05T11:39:03Z</dcterms:created>
  <dcterms:modified xsi:type="dcterms:W3CDTF">2026-05-05T11:39:03Z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LastSaved">
    <vt:filetime>2026-05-05T00:00:00Z</vt:filetime>
  </property>
</Properties>
</file>