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4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333" r:id="rId20"/>
    <p:sldId id="334" r:id="rId21"/>
    <p:sldId id="339" r:id="rId22"/>
    <p:sldId id="342" r:id="rId23"/>
    <p:sldId id="345" r:id="rId24"/>
    <p:sldId id="348" r:id="rId25"/>
    <p:sldId id="351" r:id="rId26"/>
    <p:sldId id="353" r:id="rId27"/>
    <p:sldId id="359" r:id="rId28"/>
    <p:sldId id="362" r:id="rId29"/>
    <p:sldId id="369" r:id="rId30"/>
    <p:sldId id="371" r:id="rId31"/>
    <p:sldId id="376" r:id="rId32"/>
    <p:sldId id="382" r:id="rId33"/>
    <p:sldId id="383" r:id="rId34"/>
    <p:sldId id="385" r:id="rId35"/>
    <p:sldId id="387" r:id="rId36"/>
    <p:sldId id="390" r:id="rId37"/>
    <p:sldId id="391" r:id="rId38"/>
    <p:sldId id="395" r:id="rId39"/>
    <p:sldId id="399" r:id="rId40"/>
    <p:sldId id="403" r:id="rId41"/>
    <p:sldId id="405" r:id="rId42"/>
    <p:sldId id="413" r:id="rId43"/>
    <p:sldId id="414" r:id="rId44"/>
    <p:sldId id="415" r:id="rId45"/>
    <p:sldId id="416" r:id="rId46"/>
    <p:sldId id="417" r:id="rId47"/>
    <p:sldId id="418" r:id="rId48"/>
    <p:sldId id="419" r:id="rId49"/>
    <p:sldId id="423" r:id="rId50"/>
    <p:sldId id="420" r:id="rId51"/>
    <p:sldId id="421" r:id="rId52"/>
    <p:sldId id="422" r:id="rId53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343"/>
    <p:restoredTop sz="86415"/>
  </p:normalViewPr>
  <p:slideViewPr>
    <p:cSldViewPr>
      <p:cViewPr varScale="1">
        <p:scale>
          <a:sx n="225" d="100"/>
          <a:sy n="225" d="100"/>
        </p:scale>
        <p:origin x="2128" y="16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16/3/26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iot-analytics.com/global-cloud-projects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6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dbc-17705110-mdbs.github.io/HandsOnLabs/hol1.html" TargetMode="External"/><Relationship Id="rId4" Type="http://schemas.openxmlformats.org/officeDocument/2006/relationships/hyperlink" Target="https://pages.github.com/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37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" Target="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735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242941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10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computers 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5" noProof="1"/>
              <a:t> </a:t>
            </a: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82232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616479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546183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187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GCP.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8421" y="348847"/>
            <a:ext cx="4903470" cy="320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00505" marR="5080" indent="-148844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2027,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growing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9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9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9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82726" y="756097"/>
            <a:ext cx="3994546" cy="2099217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979726" y="2989299"/>
            <a:ext cx="18008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6:</a:t>
            </a:r>
            <a:r>
              <a:rPr lang="en-US" sz="800" b="1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Extracted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IoT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Analytics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expeneses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yout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lang="en-US" sz="900" noProof="1">
              <a:latin typeface="Arial"/>
              <a:cs typeface="Arial"/>
            </a:endParaRPr>
          </a:p>
          <a:p>
            <a:pPr marL="37465" marR="320040">
              <a:lnSpc>
                <a:spcPct val="116199"/>
              </a:lnSpc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 want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9656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However,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achieving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seamless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significant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challenge.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(EHRs)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clinicians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consultations,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Title 9">
            <a:extLst>
              <a:ext uri="{FF2B5EF4-FFF2-40B4-BE49-F238E27FC236}">
                <a16:creationId xmlns:a16="http://schemas.microsoft.com/office/drawing/2014/main" id="{2114EBA9-5114-7D9D-1496-7200A636A42A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endParaRPr lang="en-US" noProof="1"/>
          </a:p>
        </p:txBody>
      </p: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2631</TotalTime>
  <Words>4172</Words>
  <Application>Microsoft Macintosh PowerPoint</Application>
  <PresentationFormat>Custom</PresentationFormat>
  <Paragraphs>343</Paragraphs>
  <Slides>52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6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Which is the current situation of Cloud Computing?</vt:lpstr>
      <vt:lpstr>PowerPoint Presentation</vt:lpstr>
      <vt:lpstr>Capital expeneses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16</cp:revision>
  <dcterms:created xsi:type="dcterms:W3CDTF">2025-05-19T16:07:57Z</dcterms:created>
  <dcterms:modified xsi:type="dcterms:W3CDTF">2026-03-16T11:31:28Z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