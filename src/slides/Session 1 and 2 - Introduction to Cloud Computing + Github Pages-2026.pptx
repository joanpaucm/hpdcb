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326"/>
    <p:restoredTop sz="86415"/>
  </p:normalViewPr>
  <p:slideViewPr>
    <p:cSldViewPr>
      <p:cViewPr>
        <p:scale>
          <a:sx n="324" d="100"/>
          <a:sy n="324" d="100"/>
        </p:scale>
        <p:origin x="792" y="-840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822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616479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546183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187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GCP.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expeneses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yout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900" noProof="1">
              <a:latin typeface="Arial"/>
              <a:cs typeface="Arial"/>
            </a:endParaRPr>
          </a:p>
          <a:p>
            <a:pPr marL="37465" marR="320040">
              <a:lnSpc>
                <a:spcPct val="116199"/>
              </a:lnSpc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9656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achieving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seamless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significant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challenge.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(EHRs)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clinicians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consultations,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Example. Website</a:t>
            </a:r>
            <a:r>
              <a:rPr lang="en-US" spc="-30" dirty="0"/>
              <a:t> </a:t>
            </a:r>
            <a:r>
              <a:rPr lang="en-US" spc="-35" dirty="0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dirty="0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2643</TotalTime>
  <Words>4281</Words>
  <Application>Microsoft Macintosh PowerPoint</Application>
  <PresentationFormat>Custom</PresentationFormat>
  <Paragraphs>355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expeneses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20</cp:revision>
  <dcterms:created xsi:type="dcterms:W3CDTF">2025-05-19T16:07:57Z</dcterms:created>
  <dcterms:modified xsi:type="dcterms:W3CDTF">2026-03-16T13:27:12Z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