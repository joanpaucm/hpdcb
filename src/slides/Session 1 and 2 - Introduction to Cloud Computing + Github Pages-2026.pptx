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5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83" r:id="rId33"/>
    <p:sldId id="376" r:id="rId34"/>
    <p:sldId id="382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8" r:id="rId48"/>
    <p:sldId id="419" r:id="rId49"/>
    <p:sldId id="423" r:id="rId50"/>
    <p:sldId id="420" r:id="rId51"/>
    <p:sldId id="259" r:id="rId52"/>
    <p:sldId id="421" r:id="rId53"/>
    <p:sldId id="422" r:id="rId54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14/4/26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964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5858</TotalTime>
  <Words>4037</Words>
  <Application>Microsoft Macintosh PowerPoint</Application>
  <PresentationFormat>Custom</PresentationFormat>
  <Paragraphs>338</Paragraphs>
  <Slides>53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Homework</vt:lpstr>
      <vt:lpstr>Dependence</vt:lpstr>
      <vt:lpstr>Other challenges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78</cp:revision>
  <dcterms:created xsi:type="dcterms:W3CDTF">2025-05-19T16:07:57Z</dcterms:created>
  <dcterms:modified xsi:type="dcterms:W3CDTF">2026-04-14T17:33:31Z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