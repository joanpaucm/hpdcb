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6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8" r:id="rId16"/>
    <p:sldId id="324" r:id="rId17"/>
    <p:sldId id="330" r:id="rId18"/>
    <p:sldId id="333" r:id="rId19"/>
    <p:sldId id="424" r:id="rId20"/>
    <p:sldId id="261" r:id="rId21"/>
    <p:sldId id="334" r:id="rId22"/>
    <p:sldId id="339" r:id="rId23"/>
    <p:sldId id="342" r:id="rId24"/>
    <p:sldId id="345" r:id="rId25"/>
    <p:sldId id="348" r:id="rId26"/>
    <p:sldId id="351" r:id="rId27"/>
    <p:sldId id="353" r:id="rId28"/>
    <p:sldId id="359" r:id="rId29"/>
    <p:sldId id="362" r:id="rId30"/>
    <p:sldId id="369" r:id="rId31"/>
    <p:sldId id="371" r:id="rId32"/>
    <p:sldId id="383" r:id="rId33"/>
    <p:sldId id="376" r:id="rId34"/>
    <p:sldId id="382" r:id="rId35"/>
    <p:sldId id="385" r:id="rId36"/>
    <p:sldId id="387" r:id="rId37"/>
    <p:sldId id="390" r:id="rId38"/>
    <p:sldId id="391" r:id="rId39"/>
    <p:sldId id="395" r:id="rId40"/>
    <p:sldId id="399" r:id="rId41"/>
    <p:sldId id="403" r:id="rId42"/>
    <p:sldId id="405" r:id="rId43"/>
    <p:sldId id="413" r:id="rId44"/>
    <p:sldId id="414" r:id="rId45"/>
    <p:sldId id="415" r:id="rId46"/>
    <p:sldId id="416" r:id="rId47"/>
    <p:sldId id="417" r:id="rId48"/>
    <p:sldId id="418" r:id="rId49"/>
    <p:sldId id="419" r:id="rId50"/>
    <p:sldId id="423" r:id="rId51"/>
    <p:sldId id="420" r:id="rId52"/>
    <p:sldId id="259" r:id="rId53"/>
    <p:sldId id="421" r:id="rId54"/>
    <p:sldId id="422" r:id="rId55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29"/>
    <p:restoredTop sz="86464"/>
  </p:normalViewPr>
  <p:slideViewPr>
    <p:cSldViewPr>
      <p:cViewPr varScale="1">
        <p:scale>
          <a:sx n="183" d="100"/>
          <a:sy n="183" d="100"/>
        </p:scale>
        <p:origin x="952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13/4/26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4/13/26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4/13/26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4/13/26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rancescsolsonatehas.github.io/HPDCB/hol1.html" TargetMode="External"/><Relationship Id="rId4" Type="http://schemas.openxmlformats.org/officeDocument/2006/relationships/hyperlink" Target="https://pages.github.com/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54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54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678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3145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36576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hlinkClick r:id="rId4"/>
              </a:rPr>
              <a:t>Session 1 &amp; 2 - Introduction to Cloud Computing </a:t>
            </a:r>
            <a:r>
              <a:rPr lang="en-US" sz="1000" u="sng" noProof="1">
                <a:hlinkClick r:id="rId4"/>
              </a:rPr>
              <a:t>+ Github Pages</a:t>
            </a:r>
            <a:r>
              <a:rPr lang="en-US" sz="1000" noProof="1">
                <a:hlinkClick r:id="rId4"/>
              </a:rPr>
              <a:t>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280846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 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common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A41AFA-813C-EBA5-80B5-A99E0DBC3E13}"/>
              </a:ext>
            </a:extLst>
          </p:cNvPr>
          <p:cNvSpPr txBox="1"/>
          <p:nvPr/>
        </p:nvSpPr>
        <p:spPr>
          <a:xfrm>
            <a:off x="55841" y="110984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1"/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physical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 must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Quality of Service requirement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9644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5857</TotalTime>
  <Words>4084</Words>
  <Application>Microsoft Macintosh PowerPoint</Application>
  <PresentationFormat>Custom</PresentationFormat>
  <Paragraphs>345</Paragraphs>
  <Slides>54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8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Public Cloud</vt:lpstr>
      <vt:lpstr>Private Cloud (On-Premises)</vt:lpstr>
      <vt:lpstr>Hybrid Cloud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Homework</vt:lpstr>
      <vt:lpstr>Dependence</vt:lpstr>
      <vt:lpstr>Other challenges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76</cp:revision>
  <dcterms:created xsi:type="dcterms:W3CDTF">2025-05-19T16:07:57Z</dcterms:created>
  <dcterms:modified xsi:type="dcterms:W3CDTF">2026-04-14T17:19:18Z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