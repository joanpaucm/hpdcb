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6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8" r:id="rId16"/>
    <p:sldId id="324" r:id="rId17"/>
    <p:sldId id="330" r:id="rId18"/>
    <p:sldId id="333" r:id="rId19"/>
    <p:sldId id="424" r:id="rId20"/>
    <p:sldId id="261" r:id="rId21"/>
    <p:sldId id="334" r:id="rId22"/>
    <p:sldId id="339" r:id="rId23"/>
    <p:sldId id="342" r:id="rId24"/>
    <p:sldId id="345" r:id="rId25"/>
    <p:sldId id="348" r:id="rId26"/>
    <p:sldId id="351" r:id="rId27"/>
    <p:sldId id="353" r:id="rId28"/>
    <p:sldId id="359" r:id="rId29"/>
    <p:sldId id="362" r:id="rId30"/>
    <p:sldId id="369" r:id="rId31"/>
    <p:sldId id="371" r:id="rId32"/>
    <p:sldId id="376" r:id="rId33"/>
    <p:sldId id="382" r:id="rId34"/>
    <p:sldId id="383" r:id="rId35"/>
    <p:sldId id="385" r:id="rId36"/>
    <p:sldId id="387" r:id="rId37"/>
    <p:sldId id="390" r:id="rId38"/>
    <p:sldId id="391" r:id="rId39"/>
    <p:sldId id="395" r:id="rId40"/>
    <p:sldId id="399" r:id="rId41"/>
    <p:sldId id="403" r:id="rId42"/>
    <p:sldId id="405" r:id="rId43"/>
    <p:sldId id="413" r:id="rId44"/>
    <p:sldId id="414" r:id="rId45"/>
    <p:sldId id="415" r:id="rId46"/>
    <p:sldId id="416" r:id="rId47"/>
    <p:sldId id="417" r:id="rId48"/>
    <p:sldId id="418" r:id="rId49"/>
    <p:sldId id="419" r:id="rId50"/>
    <p:sldId id="423" r:id="rId51"/>
    <p:sldId id="420" r:id="rId52"/>
    <p:sldId id="259" r:id="rId53"/>
    <p:sldId id="421" r:id="rId54"/>
    <p:sldId id="422" r:id="rId55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8/4/26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Quality of Service requirement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4444</TotalTime>
  <Words>4105</Words>
  <Application>Microsoft Macintosh PowerPoint</Application>
  <PresentationFormat>Custom</PresentationFormat>
  <Paragraphs>346</Paragraphs>
  <Slides>54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73</cp:revision>
  <dcterms:created xsi:type="dcterms:W3CDTF">2025-05-19T16:07:57Z</dcterms:created>
  <dcterms:modified xsi:type="dcterms:W3CDTF">2026-04-08T11:31:37Z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