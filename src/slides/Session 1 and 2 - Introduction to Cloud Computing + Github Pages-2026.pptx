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43"/>
    <p:restoredTop sz="86415"/>
  </p:normalViewPr>
  <p:slideViewPr>
    <p:cSldViewPr>
      <p:cViewPr varScale="1">
        <p:scale>
          <a:sx n="225" d="100"/>
          <a:sy n="225" d="100"/>
        </p:scale>
        <p:origin x="2760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GB" sz="1000" dirty="0">
                <a:hlinkClick r:id="rId4"/>
              </a:rPr>
              <a:t>Session 1 &amp; 2 - Introduction to Cloud Computing </a:t>
            </a:r>
            <a:r>
              <a:rPr lang="en-GB" sz="1000" u="sng" dirty="0">
                <a:hlinkClick r:id="rId4"/>
              </a:rPr>
              <a:t>+ Github Pages</a:t>
            </a:r>
            <a:r>
              <a:rPr lang="en-GB" sz="1000" dirty="0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3492</TotalTime>
  <Words>4272</Words>
  <Application>Microsoft Macintosh PowerPoint</Application>
  <PresentationFormat>Custom</PresentationFormat>
  <Paragraphs>356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48</cp:revision>
  <dcterms:created xsi:type="dcterms:W3CDTF">2025-05-19T16:07:57Z</dcterms:created>
  <dcterms:modified xsi:type="dcterms:W3CDTF">2026-04-02T08:27:36Z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