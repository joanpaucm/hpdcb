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2/4/26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4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hdbc-17705110-mdbs.github.io/HandsOnLab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6318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936625"/>
            <a:ext cx="43644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E6AB77B9-FC09-0838-8567-E0878694CB7A}"/>
              </a:ext>
            </a:extLst>
          </p:cNvPr>
          <p:cNvSpPr txBox="1"/>
          <p:nvPr/>
        </p:nvSpPr>
        <p:spPr>
          <a:xfrm>
            <a:off x="347294" y="1224034"/>
            <a:ext cx="1240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u="sng" dirty="0">
                <a:hlinkClick r:id="rId3"/>
              </a:rPr>
              <a:t>Session 4 - AWS S3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noProof="1"/>
              <a:t>aws s3 cp photo.jpg s3://my-bucket/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Desktop directory.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1350</TotalTime>
  <Words>2936</Words>
  <Application>Microsoft Macintosh PowerPoint</Application>
  <PresentationFormat>Custom</PresentationFormat>
  <Paragraphs>267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21</cp:revision>
  <dcterms:created xsi:type="dcterms:W3CDTF">2025-05-19T16:09:36Z</dcterms:created>
  <dcterms:modified xsi:type="dcterms:W3CDTF">2026-04-02T09:08:45Z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