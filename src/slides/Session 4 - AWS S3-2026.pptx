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06"/>
    <p:restoredTop sz="94795"/>
  </p:normalViewPr>
  <p:slideViewPr>
    <p:cSldViewPr>
      <p:cViewPr varScale="1">
        <p:scale>
          <a:sx n="254" d="100"/>
          <a:sy n="254" d="100"/>
        </p:scale>
        <p:origin x="64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github.com/francescsolsonatehas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cescsolsonatehas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dirty="0"/>
              <a:t>AWS</a:t>
            </a:r>
            <a:r>
              <a:rPr lang="en-US" spc="-5" dirty="0"/>
              <a:t> </a:t>
            </a:r>
            <a:r>
              <a:rPr lang="en-US" dirty="0"/>
              <a:t>S3:</a:t>
            </a:r>
            <a:r>
              <a:rPr lang="en-US" spc="75" dirty="0"/>
              <a:t> </a:t>
            </a:r>
            <a:r>
              <a:rPr lang="en-US" spc="-10" dirty="0"/>
              <a:t>Storing</a:t>
            </a:r>
            <a:r>
              <a:rPr lang="en-US" spc="-5" dirty="0"/>
              <a:t> </a:t>
            </a:r>
            <a:r>
              <a:rPr lang="en-US" spc="-10" dirty="0"/>
              <a:t>files</a:t>
            </a:r>
            <a:r>
              <a:rPr lang="en-US" spc="-5" dirty="0"/>
              <a:t> </a:t>
            </a:r>
            <a:r>
              <a:rPr lang="en-US" dirty="0"/>
              <a:t>in</a:t>
            </a:r>
            <a:r>
              <a:rPr lang="en-US" spc="-5" dirty="0"/>
              <a:t> </a:t>
            </a:r>
            <a:r>
              <a:rPr lang="en-US" dirty="0"/>
              <a:t>the</a:t>
            </a:r>
            <a:r>
              <a:rPr lang="en-US" spc="-5" dirty="0"/>
              <a:t> </a:t>
            </a:r>
            <a:r>
              <a:rPr lang="en-US" spc="-20" dirty="0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55" dirty="0"/>
              <a:t> </a:t>
            </a:r>
            <a:r>
              <a:rPr lang="en-US" spc="-25" dirty="0"/>
              <a:t>is</a:t>
            </a:r>
            <a:r>
              <a:rPr lang="en-US" spc="55" dirty="0"/>
              <a:t> </a:t>
            </a:r>
            <a:r>
              <a:rPr lang="en-US" spc="-30" dirty="0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30" dirty="0"/>
              <a:t> </a:t>
            </a:r>
            <a:r>
              <a:rPr lang="en-US" spc="-30" dirty="0"/>
              <a:t>Buckets</a:t>
            </a:r>
            <a:r>
              <a:rPr lang="en-US" spc="25" dirty="0"/>
              <a:t> </a:t>
            </a:r>
            <a:r>
              <a:rPr lang="en-US" spc="-10" dirty="0"/>
              <a:t>and</a:t>
            </a:r>
            <a:r>
              <a:rPr lang="en-US" spc="30" dirty="0"/>
              <a:t> </a:t>
            </a:r>
            <a:r>
              <a:rPr lang="en-US" spc="-20" dirty="0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dirty="0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dirty="0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dirty="0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dirty="0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hdcb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latin typeface="Courier New"/>
                <a:cs typeface="Courier New"/>
              </a:rPr>
              <a:t>data-{your-</a:t>
            </a:r>
            <a:r>
              <a:rPr lang="en-US" sz="800" spc="-10" dirty="0">
                <a:latin typeface="Courier New"/>
                <a:cs typeface="Courier New"/>
              </a:rPr>
              <a:t>name}/ </a:t>
            </a:r>
            <a:r>
              <a:rPr lang="en-US" sz="800" spc="-60" dirty="0">
                <a:latin typeface="Courier New"/>
                <a:cs typeface="Courier New"/>
              </a:rPr>
              <a:t>project1/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r>
              <a:rPr lang="en-US" sz="800" spc="-60" dirty="0">
                <a:latin typeface="Courier New"/>
                <a:cs typeface="Courier New"/>
              </a:rPr>
              <a:t> project2/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0" dirty="0"/>
              <a:t> </a:t>
            </a:r>
            <a:r>
              <a:rPr lang="en-US" spc="-25" dirty="0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dirty="0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dirty="0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dirty="0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35" dirty="0"/>
              <a:t> </a:t>
            </a:r>
            <a:r>
              <a:rPr lang="en-US" spc="-25" dirty="0"/>
              <a:t>is</a:t>
            </a:r>
            <a:r>
              <a:rPr lang="en-US" spc="35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dirty="0"/>
              <a:t>AWS</a:t>
            </a:r>
            <a:r>
              <a:rPr lang="en-US" spc="35" dirty="0"/>
              <a:t> </a:t>
            </a:r>
            <a:r>
              <a:rPr lang="en-US" spc="-20" dirty="0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~]$</a:t>
            </a:r>
            <a:r>
              <a:rPr lang="en-US" sz="800" spc="25" dirty="0"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aws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usage: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[options]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...]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[parameters]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see</a:t>
            </a:r>
            <a:r>
              <a:rPr lang="en-US" sz="800" spc="-55" dirty="0">
                <a:latin typeface="Courier New"/>
                <a:cs typeface="Courier New"/>
              </a:rPr>
              <a:t> help </a:t>
            </a:r>
            <a:r>
              <a:rPr lang="en-US" sz="800" spc="-60" dirty="0">
                <a:latin typeface="Courier New"/>
                <a:cs typeface="Courier New"/>
              </a:rPr>
              <a:t>text,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can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run: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 &lt;command&gt;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error: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the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following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arguments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required: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command </a:t>
            </a: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~]$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AWS </a:t>
            </a:r>
            <a:r>
              <a:rPr lang="en-US" sz="900" spc="-75" dirty="0">
                <a:latin typeface="Courier New"/>
                <a:cs typeface="Courier New"/>
              </a:rPr>
              <a:t>Details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Show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dirty="0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notepad</a:t>
            </a:r>
            <a:r>
              <a:rPr lang="en-US" sz="800" spc="-10" dirty="0">
                <a:latin typeface="Courier New"/>
                <a:cs typeface="Courier New"/>
              </a:rPr>
              <a:t> 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open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cat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55" dirty="0">
                <a:latin typeface="Courier New"/>
                <a:cs typeface="Courier New"/>
              </a:rPr>
              <a:t> 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cat </a:t>
            </a:r>
            <a:r>
              <a:rPr lang="en-US" sz="800" spc="-60" dirty="0">
                <a:latin typeface="Courier New"/>
                <a:cs typeface="Courier New"/>
              </a:rPr>
              <a:t>.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dirty="0">
                <a:latin typeface="Courier New"/>
                <a:cs typeface="Courier New"/>
              </a:rPr>
              <a:t>redentials </a:t>
            </a:r>
            <a:r>
              <a:rPr lang="en-US" sz="800" spc="-10" dirty="0">
                <a:latin typeface="Courier New"/>
                <a:cs typeface="Courier New"/>
              </a:rPr>
              <a:t>[default] </a:t>
            </a: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ASIA2CKYVHJAOXR6P57M</a:t>
            </a:r>
            <a:endParaRPr lang="en-US" sz="800" dirty="0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 err="1">
                <a:latin typeface="Courier New"/>
                <a:cs typeface="Courier New"/>
              </a:rPr>
              <a:t>lu</a:t>
            </a:r>
            <a:r>
              <a:rPr lang="en-US" sz="800" spc="-60" dirty="0">
                <a:latin typeface="Courier New"/>
                <a:cs typeface="Courier New"/>
              </a:rPr>
              <a:t>/KjIjBylX60GTfsqHvRyAqcqhsEVHsdzWDPlrT </a:t>
            </a:r>
            <a:r>
              <a:rPr lang="en-US" sz="800" spc="-30" dirty="0" err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dirty="0">
                <a:latin typeface="Courier New"/>
                <a:cs typeface="Courier New"/>
              </a:rPr>
              <a:t>IQoJb3JpZ2...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aws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get-caller-identity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sts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get-caller-</a:t>
            </a:r>
            <a:r>
              <a:rPr lang="en-US" sz="800" spc="-10" dirty="0">
                <a:latin typeface="Courier New"/>
                <a:cs typeface="Courier New"/>
              </a:rPr>
              <a:t>identity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 err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35" dirty="0">
                <a:latin typeface="Courier New"/>
                <a:cs typeface="Courier New"/>
              </a:rPr>
              <a:t>bucket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data-{your-</a:t>
            </a:r>
            <a:r>
              <a:rPr lang="en-US" sz="900" spc="-25" dirty="0">
                <a:latin typeface="Courier New"/>
                <a:cs typeface="Courier New"/>
              </a:rPr>
              <a:t>name}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</a:t>
            </a:r>
            <a:r>
              <a:rPr lang="en-US" sz="900" spc="-75" dirty="0" err="1">
                <a:latin typeface="Courier New"/>
                <a:cs typeface="Courier New"/>
              </a:rPr>
              <a:t>ferran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 err="1">
                <a:latin typeface="Courier New"/>
                <a:cs typeface="Courier New"/>
              </a:rPr>
              <a:t>aran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bucket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Uploading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40" dirty="0"/>
              <a:t> </a:t>
            </a:r>
            <a:r>
              <a:rPr lang="en-US" dirty="0"/>
              <a:t>file</a:t>
            </a:r>
            <a:r>
              <a:rPr lang="en-US" spc="40" dirty="0"/>
              <a:t> </a:t>
            </a:r>
            <a:r>
              <a:rPr lang="en-US" dirty="0"/>
              <a:t>to</a:t>
            </a:r>
            <a:r>
              <a:rPr lang="en-US" spc="4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dirty="0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Example (upload </a:t>
            </a:r>
            <a:r>
              <a:rPr lang="en-US" sz="900" b="1" dirty="0" err="1">
                <a:solidFill>
                  <a:schemeClr val="tx1"/>
                </a:solidFill>
                <a:latin typeface="Arial"/>
                <a:cs typeface="Arial"/>
              </a:rPr>
              <a:t>photo.jpg</a:t>
            </a: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</a:t>
            </a:r>
            <a:r>
              <a:rPr lang="en-US" sz="900" dirty="0" err="1"/>
              <a:t>photo.jpg</a:t>
            </a:r>
            <a:r>
              <a:rPr lang="en-US" sz="900" dirty="0"/>
              <a:t> s3://my-bucket/</a:t>
            </a: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30" dirty="0"/>
              <a:t> </a:t>
            </a:r>
            <a:r>
              <a:rPr lang="en-US" dirty="0"/>
              <a:t>a</a:t>
            </a:r>
            <a:r>
              <a:rPr lang="en-US" spc="35" dirty="0"/>
              <a:t> </a:t>
            </a:r>
            <a:r>
              <a:rPr lang="en-US" spc="-10" dirty="0"/>
              <a:t>local</a:t>
            </a:r>
            <a:r>
              <a:rPr lang="en-US" spc="35" dirty="0"/>
              <a:t> </a:t>
            </a:r>
            <a:r>
              <a:rPr lang="en-US" spc="-25" dirty="0"/>
              <a:t>directory</a:t>
            </a:r>
            <a:r>
              <a:rPr lang="en-US" spc="30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spc="-35" dirty="0"/>
              <a:t>upload</a:t>
            </a:r>
            <a:r>
              <a:rPr lang="en-US" spc="35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30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data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75" dirty="0" err="1">
                <a:latin typeface="Courier New"/>
                <a:cs typeface="Courier New"/>
              </a:rPr>
              <a:t>dataset.txt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s3://data-{your-name}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data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20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upload: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data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dirty="0">
                <a:latin typeface="Courier New"/>
                <a:cs typeface="Courier New"/>
              </a:rPr>
              <a:t>y-</a:t>
            </a:r>
            <a:r>
              <a:rPr lang="en-US" sz="800" spc="-55" dirty="0" err="1">
                <a:latin typeface="Courier New"/>
                <a:cs typeface="Courier New"/>
              </a:rPr>
              <a:t>dataset.txt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5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/my-</a:t>
            </a:r>
            <a:r>
              <a:rPr lang="en-US" sz="800" spc="-60" dirty="0" err="1">
                <a:latin typeface="Courier New"/>
                <a:cs typeface="Courier New"/>
              </a:rPr>
              <a:t>dataset.txt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0" dirty="0" err="1">
                <a:latin typeface="Courier New"/>
                <a:cs typeface="Courier New"/>
              </a:rPr>
              <a:t>dataset.txt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confiusing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dirty="0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nano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latin typeface="Courier New"/>
                <a:cs typeface="Courier New"/>
              </a:rPr>
              <a:t>/credentials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dirty="0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Ctrl </a:t>
            </a:r>
            <a:r>
              <a:rPr lang="en-US" sz="900" spc="-70" dirty="0">
                <a:latin typeface="Courier New"/>
                <a:cs typeface="Courier New"/>
              </a:rPr>
              <a:t>+ </a:t>
            </a:r>
            <a:r>
              <a:rPr lang="en-US" sz="900" spc="-75" dirty="0">
                <a:latin typeface="Courier New"/>
                <a:cs typeface="Courier New"/>
              </a:rPr>
              <a:t>X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latin typeface="Courier New"/>
                <a:cs typeface="Courier New"/>
              </a:rPr>
              <a:t>Enter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</a:t>
            </a:r>
            <a:r>
              <a:rPr lang="en-US" sz="900" spc="-10" dirty="0">
                <a:latin typeface="Courier New"/>
                <a:cs typeface="Courier New"/>
              </a:rPr>
              <a:t>identity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dirty="0">
                <a:latin typeface="Courier New"/>
                <a:cs typeface="Courier New"/>
              </a:rPr>
              <a:t>project1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dirty="0">
                <a:latin typeface="Courier New"/>
                <a:cs typeface="Courier New"/>
              </a:rPr>
              <a:t>boto3</a:t>
            </a:r>
            <a:r>
              <a:rPr lang="en-US" sz="900" spc="-420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  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8888</a:t>
            </a:r>
            <a:r>
              <a:rPr lang="en-US" sz="800" spc="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0.0.0.0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dirty="0">
                <a:latin typeface="Courier New"/>
                <a:cs typeface="Courier New"/>
              </a:rPr>
              <a:t>DATA_BUCKET_NAME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DATA_FILE_NAME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dirty="0" err="1">
                <a:solidFill>
                  <a:srgbClr val="3F70A0"/>
                </a:solidFill>
                <a:latin typeface="Courier New"/>
                <a:cs typeface="Courier New"/>
              </a:rPr>
              <a:t>dataset.txt</a:t>
            </a:r>
            <a:r>
              <a:rPr lang="en-US" sz="800" spc="-3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0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boto3.client(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response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s3.get_object(Bucket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DATA_BUCKET_NAME,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Key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DATA_FILE_NAME)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response[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dirty="0">
                <a:latin typeface="Courier New"/>
                <a:cs typeface="Courier New"/>
              </a:rPr>
              <a:t>].read().decode(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dirty="0">
                <a:latin typeface="Courier New"/>
                <a:cs typeface="Courier New"/>
              </a:rPr>
              <a:t>)</a:t>
            </a:r>
            <a:r>
              <a:rPr lang="en-US" sz="800" spc="405" dirty="0"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file_content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data-your-name</a:t>
            </a:r>
            <a:r>
              <a:rPr lang="en-US" sz="900" spc="-150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5" dirty="0" err="1">
                <a:latin typeface="Courier New"/>
                <a:cs typeface="Courier New"/>
              </a:rPr>
              <a:t>dataset.txt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</a:t>
            </a:r>
            <a:r>
              <a:rPr lang="en-US" sz="900" spc="-10" dirty="0">
                <a:latin typeface="Courier New"/>
                <a:cs typeface="Courier New"/>
              </a:rPr>
              <a:t>name}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bucket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RESULT_FILE_NAME_LOCAL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29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RESULT_FILE_NAME_S3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4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dirty="0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dirty="0">
                <a:latin typeface="Courier New"/>
                <a:cs typeface="Courier New"/>
              </a:rPr>
              <a:t>(RESULT_FILE_NAME_LOCAL,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dirty="0">
                <a:latin typeface="Courier New"/>
                <a:cs typeface="Courier New"/>
              </a:rPr>
              <a:t>)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dirty="0">
                <a:latin typeface="Courier New"/>
                <a:cs typeface="Courier New"/>
              </a:rPr>
              <a:t>: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dirty="0" err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dirty="0" err="1">
                <a:latin typeface="Courier New"/>
                <a:cs typeface="Courier New"/>
              </a:rPr>
              <a:t>.write</a:t>
            </a:r>
            <a:r>
              <a:rPr lang="en-US" sz="800" spc="-25" dirty="0">
                <a:latin typeface="Courier New"/>
                <a:cs typeface="Courier New"/>
              </a:rPr>
              <a:t>(</a:t>
            </a:r>
            <a:r>
              <a:rPr lang="en-US" sz="800" spc="-25" dirty="0" err="1">
                <a:latin typeface="Courier New"/>
                <a:cs typeface="Courier New"/>
              </a:rPr>
              <a:t>file_content</a:t>
            </a:r>
            <a:r>
              <a:rPr lang="en-US" sz="800" spc="-25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s3.upload_file(RESULT_FILE_NAME_LOCAL,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RESULTS_BUCKET_NAME,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RESULT_FILE_NAME_S3)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 err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RESULT_FILE_NAME_LOCAL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RESULT_FILE_NAME_S3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results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s3://results-{your-name}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dirty="0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55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results</a:t>
            </a:r>
            <a:endParaRPr lang="en-US" sz="800" dirty="0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dirty="0">
                <a:latin typeface="Courier New"/>
                <a:cs typeface="Courier New"/>
              </a:rPr>
              <a:t>download: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/project1/new-</a:t>
            </a:r>
            <a:r>
              <a:rPr lang="en-US" sz="800" spc="-60" dirty="0" err="1">
                <a:latin typeface="Courier New"/>
                <a:cs typeface="Courier New"/>
              </a:rPr>
              <a:t>file.txt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results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dirty="0">
                <a:latin typeface="Courier New"/>
                <a:cs typeface="Courier New"/>
              </a:rPr>
              <a:t>roject1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dirty="0">
                <a:latin typeface="Courier New"/>
                <a:cs typeface="Courier New"/>
              </a:rPr>
              <a:t>ew-</a:t>
            </a:r>
            <a:r>
              <a:rPr lang="en-US" sz="800" spc="-55" dirty="0" err="1">
                <a:latin typeface="Courier New"/>
                <a:cs typeface="Courier New"/>
              </a:rPr>
              <a:t>file.txt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C: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dirty="0">
                <a:latin typeface="Courier New"/>
                <a:cs typeface="Courier New"/>
              </a:rPr>
              <a:t>sers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2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20" dirty="0" err="1">
                <a:latin typeface="Courier New"/>
                <a:cs typeface="Courier New"/>
              </a:rPr>
              <a:t>nao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dirty="0">
                <a:latin typeface="Courier New"/>
                <a:cs typeface="Courier New"/>
              </a:rPr>
              <a:t>esktop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35" dirty="0"/>
              <a:t> </a:t>
            </a:r>
            <a:r>
              <a:rPr lang="en-US" dirty="0"/>
              <a:t>-</a:t>
            </a:r>
            <a:r>
              <a:rPr lang="en-US" spc="35" dirty="0"/>
              <a:t> </a:t>
            </a:r>
            <a:r>
              <a:rPr lang="en-US" spc="-30" dirty="0"/>
              <a:t>Today’s</a:t>
            </a:r>
            <a:r>
              <a:rPr lang="en-US" spc="40" dirty="0"/>
              <a:t> </a:t>
            </a:r>
            <a:r>
              <a:rPr lang="en-US" spc="-30" dirty="0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25" dirty="0"/>
              <a:t> </a:t>
            </a:r>
            <a:r>
              <a:rPr lang="en-US" spc="-10" dirty="0"/>
              <a:t>Use</a:t>
            </a:r>
            <a:r>
              <a:rPr lang="en-US" spc="30" dirty="0"/>
              <a:t> </a:t>
            </a:r>
            <a:r>
              <a:rPr lang="en-US" spc="-70" dirty="0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dirty="0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 err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50" dirty="0"/>
              <a:t> </a:t>
            </a:r>
            <a:r>
              <a:rPr lang="en-US" dirty="0"/>
              <a:t>-</a:t>
            </a:r>
            <a:r>
              <a:rPr lang="en-US" spc="55" dirty="0"/>
              <a:t> </a:t>
            </a:r>
            <a:r>
              <a:rPr lang="en-US" spc="-30" dirty="0"/>
              <a:t>Subject’s</a:t>
            </a:r>
            <a:r>
              <a:rPr lang="en-US" spc="50" dirty="0"/>
              <a:t> </a:t>
            </a:r>
            <a:r>
              <a:rPr lang="en-US" spc="-35" dirty="0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dirty="0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</TotalTime>
  <Words>2924</Words>
  <Application>Microsoft Macintosh PowerPoint</Application>
  <PresentationFormat>Custom</PresentationFormat>
  <Paragraphs>264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9</cp:revision>
  <dcterms:created xsi:type="dcterms:W3CDTF">2025-05-19T16:09:36Z</dcterms:created>
  <dcterms:modified xsi:type="dcterms:W3CDTF">2026-03-16T18:45:58Z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