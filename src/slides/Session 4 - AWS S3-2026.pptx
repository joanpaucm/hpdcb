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29/4/26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francescsolsonatehas.github.io/HPDCB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43644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621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4 - AWS CLI +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611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2217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60" noProof="1">
                <a:latin typeface="Courier New"/>
                <a:cs typeface="Courier New"/>
              </a:rPr>
              <a:t> 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$ 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$ aws s3 cp photo.jpg s3://my-bucket/test/file.txt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631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noProof="1"/>
              <a:t>[ec2]$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noProof="1"/>
              <a:t>[ec2]$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.project1-</a:t>
            </a:r>
            <a:r>
              <a:rPr lang="en-US" sz="800" spc="-10" noProof="1">
                <a:latin typeface="Courier New"/>
                <a:cs typeface="Courier New"/>
              </a:rPr>
              <a:t>venv/bin/activate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noProof="1"/>
              <a:t>[ec2]$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3959</TotalTime>
  <Words>2958</Words>
  <Application>Microsoft Macintosh PowerPoint</Application>
  <PresentationFormat>Personalizado</PresentationFormat>
  <Paragraphs>268</Paragraphs>
  <Slides>57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Presentación de PowerPoint</vt:lpstr>
      <vt:lpstr>Today’s lecture</vt:lpstr>
      <vt:lpstr>Presentación de PowerPoint</vt:lpstr>
      <vt:lpstr>What is S3?</vt:lpstr>
      <vt:lpstr>S3 - Buckets and Objects</vt:lpstr>
      <vt:lpstr>S3 Pricing</vt:lpstr>
      <vt:lpstr>Presentación de PowerPoint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Presentación de PowerPoint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Presentación de PowerPoint</vt:lpstr>
      <vt:lpstr>Presentación de PowerPoint</vt:lpstr>
      <vt:lpstr>Presentación de PowerPoint</vt:lpstr>
      <vt:lpstr>Creating a S3 bucket</vt:lpstr>
      <vt:lpstr>Creating a S3 bucket</vt:lpstr>
      <vt:lpstr>Creating a S3 bucket</vt:lpstr>
      <vt:lpstr>Uploading a file to the bucket</vt:lpstr>
      <vt:lpstr>Presentación de PowerPoint</vt:lpstr>
      <vt:lpstr>Syncing a local directory to upload to a bucket</vt:lpstr>
      <vt:lpstr>Inspecting the bucket from the AWS Console</vt:lpstr>
      <vt:lpstr>Inspecting the bucket from the AWS Console</vt:lpstr>
      <vt:lpstr>Presentación de PowerPoint</vt:lpstr>
      <vt:lpstr>Presentación de PowerPoint</vt:lpstr>
      <vt:lpstr>Configuring AWS credentials on an EC2 instance</vt:lpstr>
      <vt:lpstr>Configuring AWS credentials on an EC2 instance</vt:lpstr>
      <vt:lpstr>Presentación de PowerPoint</vt:lpstr>
      <vt:lpstr>Presentación de PowerPoint</vt:lpstr>
      <vt:lpstr>Presentación de PowerPoint</vt:lpstr>
      <vt:lpstr>Presentación de PowerPoint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Presentación de PowerPoint</vt:lpstr>
      <vt:lpstr>Presentación de PowerPoint</vt:lpstr>
      <vt:lpstr>Syncing a local directory to download from a bucket</vt:lpstr>
      <vt:lpstr>Syncing a local directory to download from a bucket</vt:lpstr>
      <vt:lpstr>Presentación de PowerPoint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31</cp:revision>
  <dcterms:created xsi:type="dcterms:W3CDTF">2025-05-19T16:09:36Z</dcterms:created>
  <dcterms:modified xsi:type="dcterms:W3CDTF">2026-04-29T09:43:22Z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